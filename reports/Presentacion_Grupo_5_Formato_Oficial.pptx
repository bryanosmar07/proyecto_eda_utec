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ca153ab38d5433f" /><Relationship Type="http://schemas.openxmlformats.org/officeDocument/2006/relationships/extended-properties" Target="/docProps/app.xml" Id="R777b3968124c409f" /><Relationship Type="http://schemas.openxmlformats.org/officeDocument/2006/relationships/officeDocument" Target="/ppt/presentation.xml" Id="Rf817e4537a4342f8"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25e24db237d74b46"/>
  </p:sldMasterIdLst>
  <p:notesMasterIdLst>
    <p:notesMasterId xmlns:r="http://schemas.openxmlformats.org/officeDocument/2006/relationships" r:id="R3a76882c54ce4272"/>
  </p:notesMasterIdLst>
  <p:sldIdLst>
    <p:sldId xmlns:r="http://schemas.openxmlformats.org/officeDocument/2006/relationships" id="256" r:id="Rfd3986b8bacb45b2"/>
    <p:sldId xmlns:r="http://schemas.openxmlformats.org/officeDocument/2006/relationships" id="257" r:id="Rde5f5b5a773a4797"/>
    <p:sldId xmlns:r="http://schemas.openxmlformats.org/officeDocument/2006/relationships" id="258" r:id="R1f8184aa18604a65"/>
    <p:sldId xmlns:r="http://schemas.openxmlformats.org/officeDocument/2006/relationships" id="259" r:id="R9bc1ad95993c4c39"/>
    <p:sldId xmlns:r="http://schemas.openxmlformats.org/officeDocument/2006/relationships" id="260" r:id="Re097f0d684d448b0"/>
    <p:sldId xmlns:r="http://schemas.openxmlformats.org/officeDocument/2006/relationships" id="261" r:id="R93eccf8fbedc48c5"/>
    <p:sldId xmlns:r="http://schemas.openxmlformats.org/officeDocument/2006/relationships" id="262" r:id="R39252f4cf31c4fd6"/>
    <p:sldId xmlns:r="http://schemas.openxmlformats.org/officeDocument/2006/relationships" id="263" r:id="R406b04a9119e41cf"/>
    <p:sldId xmlns:r="http://schemas.openxmlformats.org/officeDocument/2006/relationships" id="264" r:id="Rdbee832d9d344c9e"/>
    <p:sldId xmlns:r="http://schemas.openxmlformats.org/officeDocument/2006/relationships" id="265" r:id="R344ca9d90d8d410b"/>
    <p:sldId xmlns:r="http://schemas.openxmlformats.org/officeDocument/2006/relationships" id="266" r:id="R473fed99f11d4b94"/>
    <p:sldId xmlns:r="http://schemas.openxmlformats.org/officeDocument/2006/relationships" id="267" r:id="R65dc6a589e544a50"/>
    <p:sldId xmlns:r="http://schemas.openxmlformats.org/officeDocument/2006/relationships" id="268" r:id="Rdb5257fe9c344f4f"/>
    <p:sldId xmlns:r="http://schemas.openxmlformats.org/officeDocument/2006/relationships" id="269" r:id="Rd90747f0e43e4d11"/>
    <p:sldId xmlns:r="http://schemas.openxmlformats.org/officeDocument/2006/relationships" id="270" r:id="R6bbcde4c6fb04485"/>
  </p:sldIdLst>
  <p:sldSz cx="9144000" cy="5143500"/>
  <p:notesSz cx="6858000" cy="9144000"/>
  <p:embeddedFontLst>
    <p:embeddedFont>
      <p:font typeface="Open Sans"/>
      <p:regular xmlns:r="http://schemas.openxmlformats.org/officeDocument/2006/relationships" r:id="R01a20054668b42c4"/>
    </p:embeddedFont>
    <p:embeddedFont>
      <p:font typeface="Space Grotesk"/>
      <p:regular xmlns:r="http://schemas.openxmlformats.org/officeDocument/2006/relationships" r:id="Rdb71efad37154383"/>
      <p:bold xmlns:r="http://schemas.openxmlformats.org/officeDocument/2006/relationships" r:id="R30463d1ad42044fa"/>
    </p:embeddedFont>
    <p:embeddedFont>
      <p:font typeface="Space Grotesk Light"/>
      <p:regular xmlns:r="http://schemas.openxmlformats.org/officeDocument/2006/relationships" r:id="Rfe06e545043742b9"/>
      <p:bold xmlns:r="http://schemas.openxmlformats.org/officeDocument/2006/relationships" r:id="R1d0b56701b184cd9"/>
    </p:embeddedFont>
    <p:embeddedFont>
      <p:font typeface="Space Grotesk Medium"/>
      <p:regular xmlns:r="http://schemas.openxmlformats.org/officeDocument/2006/relationships" r:id="R4a5456537cf74cbe"/>
      <p:bold xmlns:r="http://schemas.openxmlformats.org/officeDocument/2006/relationships" r:id="R62b58178209646a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c2a51befc474d4a" /><Relationship Type="http://schemas.openxmlformats.org/officeDocument/2006/relationships/slideMaster" Target="/ppt/slideMasters/slideMaster1.xml" Id="R25e24db237d74b46" /><Relationship Type="http://schemas.openxmlformats.org/officeDocument/2006/relationships/notesMaster" Target="/ppt/notesMasters/notesMaster1.xml" Id="R3a76882c54ce4272" /><Relationship Type="http://schemas.openxmlformats.org/officeDocument/2006/relationships/presProps" Target="/ppt/presProps.xml" Id="R9e2bda3273eb4f2e" /><Relationship Type="http://schemas.openxmlformats.org/officeDocument/2006/relationships/viewProps" Target="/ppt/viewProps.xml" Id="R65818a07b9ea498a" /><Relationship Type="http://schemas.openxmlformats.org/officeDocument/2006/relationships/tableStyles" Target="/ppt/tableStyles.xml" Id="R72830f1f27204477" /><Relationship Type="http://schemas.openxmlformats.org/officeDocument/2006/relationships/font" Target="/ppt/fonts/font.dat" Id="R01a20054668b42c4" /><Relationship Type="http://schemas.openxmlformats.org/officeDocument/2006/relationships/font" Target="/ppt/fonts/font2.dat" Id="Rdb71efad37154383" /><Relationship Type="http://schemas.openxmlformats.org/officeDocument/2006/relationships/font" Target="/ppt/fonts/font3.dat" Id="R30463d1ad42044fa" /><Relationship Type="http://schemas.openxmlformats.org/officeDocument/2006/relationships/font" Target="/ppt/fonts/font4.dat" Id="Rfe06e545043742b9" /><Relationship Type="http://schemas.openxmlformats.org/officeDocument/2006/relationships/font" Target="/ppt/fonts/font5.dat" Id="R1d0b56701b184cd9" /><Relationship Type="http://schemas.openxmlformats.org/officeDocument/2006/relationships/font" Target="/ppt/fonts/font6.dat" Id="R4a5456537cf74cbe" /><Relationship Type="http://schemas.openxmlformats.org/officeDocument/2006/relationships/font" Target="/ppt/fonts/font7.dat" Id="R62b58178209646a0" /><Relationship Type="http://schemas.openxmlformats.org/officeDocument/2006/relationships/slide" Target="/ppt/slides/slide1.xml" Id="Rfd3986b8bacb45b2" /><Relationship Type="http://schemas.openxmlformats.org/officeDocument/2006/relationships/slide" Target="/ppt/slides/slide2.xml" Id="Rde5f5b5a773a4797" /><Relationship Type="http://schemas.openxmlformats.org/officeDocument/2006/relationships/slide" Target="/ppt/slides/slide3.xml" Id="R1f8184aa18604a65" /><Relationship Type="http://schemas.openxmlformats.org/officeDocument/2006/relationships/slide" Target="/ppt/slides/slide4.xml" Id="R9bc1ad95993c4c39" /><Relationship Type="http://schemas.openxmlformats.org/officeDocument/2006/relationships/slide" Target="/ppt/slides/slide5.xml" Id="Re097f0d684d448b0" /><Relationship Type="http://schemas.openxmlformats.org/officeDocument/2006/relationships/slide" Target="/ppt/slides/slide6.xml" Id="R93eccf8fbedc48c5" /><Relationship Type="http://schemas.openxmlformats.org/officeDocument/2006/relationships/slide" Target="/ppt/slides/slide7.xml" Id="R39252f4cf31c4fd6" /><Relationship Type="http://schemas.openxmlformats.org/officeDocument/2006/relationships/slide" Target="/ppt/slides/slide8.xml" Id="R406b04a9119e41cf" /><Relationship Type="http://schemas.openxmlformats.org/officeDocument/2006/relationships/slide" Target="/ppt/slides/slide9.xml" Id="Rdbee832d9d344c9e" /><Relationship Type="http://schemas.openxmlformats.org/officeDocument/2006/relationships/slide" Target="/ppt/slides/slide10.xml" Id="R344ca9d90d8d410b" /><Relationship Type="http://schemas.openxmlformats.org/officeDocument/2006/relationships/slide" Target="/ppt/slides/slide11.xml" Id="R473fed99f11d4b94" /><Relationship Type="http://schemas.openxmlformats.org/officeDocument/2006/relationships/slide" Target="/ppt/slides/slide12.xml" Id="R65dc6a589e544a50" /><Relationship Type="http://schemas.openxmlformats.org/officeDocument/2006/relationships/slide" Target="/ppt/slides/slide13.xml" Id="Rdb5257fe9c344f4f" /><Relationship Type="http://schemas.openxmlformats.org/officeDocument/2006/relationships/slide" Target="/ppt/slides/slide14.xml" Id="Rd90747f0e43e4d11" /><Relationship Type="http://schemas.openxmlformats.org/officeDocument/2006/relationships/slide" Target="/ppt/slides/slide15.xml" Id="R6bbcde4c6fb044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dfc43a0f874d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f82d5624904a50" /><Relationship Type="http://schemas.openxmlformats.org/officeDocument/2006/relationships/notesMaster" Target="/ppt/notesMasters/notesMaster1.xml" Id="R0533c8d88efc4c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834fa47fb40fa" /><Relationship Type="http://schemas.openxmlformats.org/officeDocument/2006/relationships/notesMaster" Target="/ppt/notesMasters/notesMaster1.xml" Id="Rf36498f44f3d45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880ba1009f4414" /><Relationship Type="http://schemas.openxmlformats.org/officeDocument/2006/relationships/notesMaster" Target="/ppt/notesMasters/notesMaster1.xml" Id="R4eb6b3b7e08c41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06b5087ec84fbf" /><Relationship Type="http://schemas.openxmlformats.org/officeDocument/2006/relationships/notesMaster" Target="/ppt/notesMasters/notesMaster1.xml" Id="R779068b1195f4b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11c43000c44734" /><Relationship Type="http://schemas.openxmlformats.org/officeDocument/2006/relationships/notesMaster" Target="/ppt/notesMasters/notesMaster1.xml" Id="R3d302b25d52240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8b2337fd8d4c0a" /><Relationship Type="http://schemas.openxmlformats.org/officeDocument/2006/relationships/notesMaster" Target="/ppt/notesMasters/notesMaster1.xml" Id="R5e1a10491dca4d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b0d95d40d24309" /><Relationship Type="http://schemas.openxmlformats.org/officeDocument/2006/relationships/notesMaster" Target="/ppt/notesMasters/notesMaster1.xml" Id="R4d95ffecfab94a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a0192c1df24563" /><Relationship Type="http://schemas.openxmlformats.org/officeDocument/2006/relationships/notesMaster" Target="/ppt/notesMasters/notesMaster1.xml" Id="R1b682202d90748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574c630d06415b" /><Relationship Type="http://schemas.openxmlformats.org/officeDocument/2006/relationships/notesMaster" Target="/ppt/notesMasters/notesMaster1.xml" Id="R562c9385bcee48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e45174bb304a1a" /><Relationship Type="http://schemas.openxmlformats.org/officeDocument/2006/relationships/notesMaster" Target="/ppt/notesMasters/notesMaster1.xml" Id="Rbaa19039a89947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0d6fb9d4b043ff" /><Relationship Type="http://schemas.openxmlformats.org/officeDocument/2006/relationships/notesMaster" Target="/ppt/notesMasters/notesMaster1.xml" Id="Rcf100e4469b843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3f39f7af2f48b8" /><Relationship Type="http://schemas.openxmlformats.org/officeDocument/2006/relationships/notesMaster" Target="/ppt/notesMasters/notesMaster1.xml" Id="Re22cea57181e43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80cfc8620c48ff" /><Relationship Type="http://schemas.openxmlformats.org/officeDocument/2006/relationships/notesMaster" Target="/ppt/notesMasters/notesMaster1.xml" Id="Raa7229eaad094d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1f2bd626114421" /><Relationship Type="http://schemas.openxmlformats.org/officeDocument/2006/relationships/notesMaster" Target="/ppt/notesMasters/notesMaster1.xml" Id="R1cc5131f66ae4a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a7b06606854df8" /><Relationship Type="http://schemas.openxmlformats.org/officeDocument/2006/relationships/notesMaster" Target="/ppt/notesMasters/notesMaster1.xml" Id="Re7439888dab145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el proyecto final: un pipeline de procesamiento de data streams para una tienda en línea, escenario B del enunciado.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exposición tiene cuatro partes: contexto y datos, arquitectura y decisiones técnicas, experimentos y conclusiones.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10M eventos no equivale a 10M productos. REES46 no trae order_id. La sesión-hora es un proxy identificado. Fuente: results/complete_rees46_10000000/*.json.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Recorrer el DAG de docs/arquitectura.md. El filtrado lógico de etapa 6 protege actualizaciones. CSR, B+Tree, LSH, IVF y grafo tienen consumidores reales en el servicio. No afirmar que una vista crea una arista de compra.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Integrantes 1 y 2: 90 s. Complejidades en docs/investigacion.md. Prioridad por microlote, no global sobre un stream infinito. SQLite no tiene costo hash 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originales: Bloom 1970 doi:10.1145/362686.362692; Cormode y Muthukrishnan 2005 doi:10.1016/j.jalgor.2003.12.001. Confirmar positivos en seen y frecuencias exactas. La cota epsilon*N corresponde al total de compras del sketch.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Broder 1997 doi:10.1109/SEQUEN.1997.666900; Indyk y Motwani 1998 doi:10.1145/276698.276876. Tokens marca/categoría/precio. Jaccard exacto refina candidatos. Buckets dominantes pueden degradar a recorrido lineal.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conceptual: Sivic y Zisserman 2003 https://www.robots.ox.ac.uk/~vgg/publications/2003/Sivic03/sivic03.pdf; implementación de centroides scikit-learn MiniBatchKMeans. Fuente del gráfico: results/rubric/rubric_summary_100000.csv, lote de 20 consultas.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Brin y Page 1998 doi:10.1016/S0169-7552(98)00110-X. NetworkX PageRank alpha .85, tol 1e-8, max_iter 500. Comparación grado ponderado. No afirmar superioridad si ambos rankings coinciden.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Blondel et al. 2008 doi:10.1088/1742-5468/2008/10/P10008; Raghavan et al. 2007 doi:10.1103/PhysRevE.76.036106. Tabla/gráfico derivados de results/complete_rees46_1000000/pipeline_summary.json. ARI entre semillas 42,43,44.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Leer CSV para repeticiones exactas. 100 repeticiones hasta 100K. En escalas mayores la desviación de una sola corrida no es estimable. Instrumentación de tracemalloc afecta tiempos. Memoria de construcción separada de consulta. Equipo compartido, sin aislamiento de carga.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results/complete_rees46_*/run_metadata.json. Cada barra corresponde a una ejecución integral con estado en disco; no son 100 repeticiones del pipeline completo. La comparación de las familias tiene su propio protocolo.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completo en docs/demo_y_sustentacion.md. Demo 3-4 minutos. Ejecutar demo.bat o python -m src.cli serve --events 5000 --port 8766. Mostrar fuente sintética, no confundir con datos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Distribución propuesta, no prueba de contribución pasada. Integrante 1 etapas0,1,6; integrante2 2,3,4; integrante3 5,7; integrante4 8,9. Aportes históricos por confirmar con el grupo. Todos deben defender cualquier etapa.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completas con URLs y DOI en docs/investigacion.md y en el informe PDF. Código de grafo: NetworkX. KDTree, escalado y centroides: scikit-learn. Implementaciones propias: Bloom, CMS, LSH, IVF, Trie y B+Tree.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e474c8aad6437c" /><Relationship Type="http://schemas.openxmlformats.org/officeDocument/2006/relationships/image" Target="/ppt/media/image2.png" Id="Rff7657b9eec14013" /><Relationship Type="http://schemas.openxmlformats.org/officeDocument/2006/relationships/image" Target="/ppt/media/image3.png" Id="R581c8232b4fa4e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1b3a73ab344f24" /><Relationship Type="http://schemas.openxmlformats.org/officeDocument/2006/relationships/image" Target="/ppt/media/image4.png" Id="Rb0d849669b8f4cb9" /><Relationship Type="http://schemas.openxmlformats.org/officeDocument/2006/relationships/image" Target="/ppt/media/image5.png" Id="R60e53cc276ca4a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ef355f055d46e6" /><Relationship Type="http://schemas.openxmlformats.org/officeDocument/2006/relationships/image" Target="/ppt/media/image.jpeg" Id="R06ba8b3a6b454df1" /><Relationship Type="http://schemas.openxmlformats.org/officeDocument/2006/relationships/image" Target="/ppt/media/image6.png" Id="R67290ea1c54c4623" /><Relationship Type="http://schemas.openxmlformats.org/officeDocument/2006/relationships/image" Target="/ppt/media/image7.png" Id="Rce58967fb2e44242" /><Relationship Type="http://schemas.openxmlformats.org/officeDocument/2006/relationships/image" Target="/ppt/media/image3.png" Id="Rdac19e8646ac48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af52ed7ab04e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5391f999ea423f" /><Relationship Type="http://schemas.openxmlformats.org/officeDocument/2006/relationships/image" Target="/ppt/media/image3.png" Id="Rb6578c20ff554288" /><Relationship Type="http://schemas.openxmlformats.org/officeDocument/2006/relationships/image" Target="/ppt/media/image6.png" Id="R9c1ae8b5353348a9" /><Relationship Type="http://schemas.openxmlformats.org/officeDocument/2006/relationships/image" Target="/ppt/media/image7.png" Id="R51523af059b64f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c2a17a46544120" /><Relationship Type="http://schemas.openxmlformats.org/officeDocument/2006/relationships/image" Target="/ppt/media/image8.png" Id="R3eccd0828aa54652" /><Relationship Type="http://schemas.openxmlformats.org/officeDocument/2006/relationships/image" Target="/ppt/media/image4.png" Id="R50138044aa3a4da9" /><Relationship Type="http://schemas.openxmlformats.org/officeDocument/2006/relationships/image" Target="/ppt/media/image5.png" Id="Re835859e0035411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4f4951c1fdd410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a59127255b3413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c2684adb30d4c11" /></Relationships>
</file>

<file path=ppt/slideLayouts/slideLayout1.xml><?xml version="1.0" encoding="utf-8"?>
<p:sldLayout xmlns:p="http://schemas.openxmlformats.org/presentationml/2006/main" matchingName="Logo versión oscuro"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5535E212-6B57-4CFF-8F6F-04720193AC3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
        <p:nvSpPr>
          <p:cNvPr id="11" name="Google Shape;11;p19">
            <a:extLst xmlns:a="http://schemas.openxmlformats.org/drawingml/2006/main">
              <a:ext uri="{FF2B5EF4-FFF2-40B4-BE49-F238E27FC236}">
                <a16:creationId xmlns:a16="http://schemas.microsoft.com/office/drawing/2014/main" id="{8FEDA8E7-876A-4EA9-8BB4-6E01AC13AF2C}"/>
              </a:ext>
            </a:extLst>
          </p:cNvPr>
          <p:cNvSpPr>
            <a:spLocks xmlns:a="http://schemas.openxmlformats.org/drawingml/2006/main" noGrp="1"/>
          </p:cNvSpPr>
          <p:nvPr/>
        </p:nvSpPr>
        <p:spPr>
          <a:xfrm xmlns:a="http://schemas.openxmlformats.org/drawingml/2006/main">
            <a:off x="-104250" y="-50300"/>
            <a:ext cx="9352500" cy="5321100"/>
          </a:xfrm>
          <a:prstGeom xmlns:a="http://schemas.openxmlformats.org/drawingml/2006/main" prst="rect">
            <a:avLst/>
          </a:prstGeom>
          <a:solidFill xmlns:a="http://schemas.openxmlformats.org/drawingml/2006/main">
            <a:srgbClr val="4D4B4C"/>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pic>
        <p:nvPicPr>
          <p:cNvPr id="12" name="Google Shape;12;p19">
            <a:extLst xmlns:a="http://schemas.openxmlformats.org/drawingml/2006/main">
              <a:ext uri="{FF2B5EF4-FFF2-40B4-BE49-F238E27FC236}">
                <a16:creationId xmlns:a16="http://schemas.microsoft.com/office/drawing/2014/main" id="{FE4CEC1B-BC4B-499D-8A64-47558C6711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7657b9eec14013">
            <a:alphaModFix/>
          </a:blip>
          <a:srcRect xmlns:a="http://schemas.openxmlformats.org/drawingml/2006/main" l="0" t="0" r="0" b="0"/>
          <a:stretch xmlns:a="http://schemas.openxmlformats.org/drawingml/2006/main"/>
        </p:blipFill>
        <p:spPr>
          <a:xfrm xmlns:a="http://schemas.openxmlformats.org/drawingml/2006/main">
            <a:off x="1975681" y="2006369"/>
            <a:ext cx="5192637" cy="1257961"/>
          </a:xfrm>
          <a:prstGeom xmlns:a="http://schemas.openxmlformats.org/drawingml/2006/main" prst="rect">
            <a:avLst/>
          </a:prstGeom>
          <a:ln xmlns:a="http://schemas.openxmlformats.org/drawingml/2006/main">
            <a:noFill/>
          </a:ln>
        </p:spPr>
      </p:pic>
      <p:pic>
        <p:nvPicPr>
          <p:cNvPr id="13" name="Google Shape;13;p19">
            <a:extLst xmlns:a="http://schemas.openxmlformats.org/drawingml/2006/main">
              <a:ext uri="{FF2B5EF4-FFF2-40B4-BE49-F238E27FC236}">
                <a16:creationId xmlns:a16="http://schemas.microsoft.com/office/drawing/2014/main" id="{DC36DE16-8376-4F08-B5BD-BBC9798BC9E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1c8232b4fa4e4a">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Logo versión claro" type="secHead">
  <p:cSld name="SECTION_HEADER">
    <p:spTree>
      <p:nvGrpSpPr>
        <p:cNvPr id="1" name=""/>
        <p:cNvGrpSpPr/>
        <p:nvPr/>
      </p:nvGrpSpPr>
      <p:grpSpPr>
        <a:xfrm xmlns:a="http://schemas.openxmlformats.org/drawingml/2006/main"/>
      </p:grpSpPr>
      <p:sp>
        <p:nvSpPr>
          <p:cNvPr id="15" name="Google Shape;15;p20">
            <a:extLst xmlns:a="http://schemas.openxmlformats.org/drawingml/2006/main">
              <a:ext uri="{FF2B5EF4-FFF2-40B4-BE49-F238E27FC236}">
                <a16:creationId xmlns:a16="http://schemas.microsoft.com/office/drawing/2014/main" id="{7D4B253A-57BB-45C3-A549-4047050D4C1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
        <p:nvSpPr>
          <p:cNvPr id="16" name="Google Shape;16;p20">
            <a:extLst xmlns:a="http://schemas.openxmlformats.org/drawingml/2006/main">
              <a:ext uri="{FF2B5EF4-FFF2-40B4-BE49-F238E27FC236}">
                <a16:creationId xmlns:a16="http://schemas.microsoft.com/office/drawing/2014/main" id="{301A4E28-5439-4FE5-B783-C1A6149240D6}"/>
              </a:ext>
            </a:extLst>
          </p:cNvPr>
          <p:cNvSpPr>
            <a:spLocks xmlns:a="http://schemas.openxmlformats.org/drawingml/2006/main" noGrp="1"/>
          </p:cNvSpPr>
          <p:nvPr/>
        </p:nvSpPr>
        <p:spPr>
          <a:xfrm xmlns:a="http://schemas.openxmlformats.org/drawingml/2006/main">
            <a:off x="-104250" y="-96000"/>
            <a:ext cx="9352500" cy="5366700"/>
          </a:xfrm>
          <a:prstGeom xmlns:a="http://schemas.openxmlformats.org/drawingml/2006/main" prst="rect">
            <a:avLst/>
          </a:prstGeom>
          <a:solidFill xmlns:a="http://schemas.openxmlformats.org/drawingml/2006/main">
            <a:srgbClr val="EEEEEE"/>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pic>
        <p:nvPicPr>
          <p:cNvPr id="17" name="Google Shape;17;p20">
            <a:extLst xmlns:a="http://schemas.openxmlformats.org/drawingml/2006/main">
              <a:ext uri="{FF2B5EF4-FFF2-40B4-BE49-F238E27FC236}">
                <a16:creationId xmlns:a16="http://schemas.microsoft.com/office/drawing/2014/main" id="{46845A68-460C-46A4-8C0D-EFC943513A9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0d849669b8f4cb9">
            <a:alphaModFix/>
          </a:blip>
          <a:srcRect xmlns:a="http://schemas.openxmlformats.org/drawingml/2006/main" l="0" t="0" r="0" b="0"/>
          <a:stretch xmlns:a="http://schemas.openxmlformats.org/drawingml/2006/main"/>
        </p:blipFill>
        <p:spPr>
          <a:xfrm xmlns:a="http://schemas.openxmlformats.org/drawingml/2006/main">
            <a:off x="2279700" y="2193150"/>
            <a:ext cx="4586399" cy="882225"/>
          </a:xfrm>
          <a:prstGeom xmlns:a="http://schemas.openxmlformats.org/drawingml/2006/main" prst="rect">
            <a:avLst/>
          </a:prstGeom>
          <a:ln xmlns:a="http://schemas.openxmlformats.org/drawingml/2006/main">
            <a:noFill/>
          </a:ln>
        </p:spPr>
      </p:pic>
      <p:pic>
        <p:nvPicPr>
          <p:cNvPr id="18" name="Google Shape;18;p20">
            <a:extLst xmlns:a="http://schemas.openxmlformats.org/drawingml/2006/main">
              <a:ext uri="{FF2B5EF4-FFF2-40B4-BE49-F238E27FC236}">
                <a16:creationId xmlns:a16="http://schemas.microsoft.com/office/drawing/2014/main" id="{C17FE404-E8F7-4CBF-825E-344DD8AD7F3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0e53cc276ca4ad4">
            <a:alphaModFix/>
          </a:blip>
          <a:srcRect xmlns:a="http://schemas.openxmlformats.org/drawingml/2006/main" l="0" t="0" r="0" b="0"/>
          <a:stretch xmlns:a="http://schemas.openxmlformats.org/drawingml/2006/main"/>
        </p:blipFill>
        <p:spPr>
          <a:xfrm xmlns:a="http://schemas.openxmlformats.org/drawingml/2006/main">
            <a:off x="8288622" y="4422472"/>
            <a:ext cx="378013" cy="400150"/>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ítulo">
  <p:cSld name="TITLE_AND_BODY">
    <p:spTree>
      <p:nvGrpSpPr>
        <p:cNvPr id="1" name=""/>
        <p:cNvGrpSpPr/>
        <p:nvPr/>
      </p:nvGrpSpPr>
      <p:grpSpPr>
        <a:xfrm xmlns:a="http://schemas.openxmlformats.org/drawingml/2006/main"/>
      </p:grpSpPr>
      <p:sp>
        <p:nvSpPr>
          <p:cNvPr id="20" name="Google Shape;20;p21">
            <a:extLst xmlns:a="http://schemas.openxmlformats.org/drawingml/2006/main">
              <a:ext uri="{FF2B5EF4-FFF2-40B4-BE49-F238E27FC236}">
                <a16:creationId xmlns:a16="http://schemas.microsoft.com/office/drawing/2014/main" id="{D68329F6-522E-474B-BDB1-4127BE625B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
        <p:nvSpPr>
          <p:cNvPr id="21" name="Google Shape;21;p21">
            <a:extLst xmlns:a="http://schemas.openxmlformats.org/drawingml/2006/main">
              <a:ext uri="{FF2B5EF4-FFF2-40B4-BE49-F238E27FC236}">
                <a16:creationId xmlns:a16="http://schemas.microsoft.com/office/drawing/2014/main" id="{3C6606B6-C347-4759-B762-C77AD40F1BA1}"/>
              </a:ext>
            </a:extLst>
          </p:cNvPr>
          <p:cNvSpPr>
            <a:spLocks xmlns:a="http://schemas.openxmlformats.org/drawingml/2006/main" noGrp="1"/>
          </p:cNvSpPr>
          <p:nvPr/>
        </p:nvSpPr>
        <p:spPr>
          <a:xfrm xmlns:a="http://schemas.openxmlformats.org/drawingml/2006/main">
            <a:off x="-102800" y="-50025"/>
            <a:ext cx="9352500" cy="5326800"/>
          </a:xfrm>
          <a:prstGeom xmlns:a="http://schemas.openxmlformats.org/drawingml/2006/main" prst="rect">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pic>
        <p:nvPicPr>
          <p:cNvPr id="22" name="Google Shape;22;p21">
            <a:extLst xmlns:a="http://schemas.openxmlformats.org/drawingml/2006/main">
              <a:ext uri="{FF2B5EF4-FFF2-40B4-BE49-F238E27FC236}">
                <a16:creationId xmlns:a16="http://schemas.microsoft.com/office/drawing/2014/main" id="{DB9D6381-687F-4DC6-A42A-8271F535BC7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ba8b3a6b454df1">
            <a:alphaModFix amt="32000"/>
          </a:blip>
          <a:srcRect xmlns:a="http://schemas.openxmlformats.org/drawingml/2006/main" l="0" t="0" r="1117" b="15505"/>
          <a:stretch xmlns:a="http://schemas.openxmlformats.org/drawingml/2006/main"/>
        </p:blipFill>
        <p:spPr>
          <a:xfrm xmlns:a="http://schemas.openxmlformats.org/drawingml/2006/main">
            <a:off x="-104250" y="-59600"/>
            <a:ext cx="9352499" cy="5330299"/>
          </a:xfrm>
          <a:prstGeom xmlns:a="http://schemas.openxmlformats.org/drawingml/2006/main" prst="rect">
            <a:avLst/>
          </a:prstGeom>
          <a:ln xmlns:a="http://schemas.openxmlformats.org/drawingml/2006/main">
            <a:noFill/>
          </a:ln>
        </p:spPr>
      </p:pic>
      <p:pic>
        <p:nvPicPr>
          <p:cNvPr id="24" name="Google Shape;24;p21">
            <a:extLst xmlns:a="http://schemas.openxmlformats.org/drawingml/2006/main">
              <a:ext uri="{FF2B5EF4-FFF2-40B4-BE49-F238E27FC236}">
                <a16:creationId xmlns:a16="http://schemas.microsoft.com/office/drawing/2014/main" id="{768CE56C-03AD-4624-83DF-EB0C941D644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7290ea1c54c4623">
            <a:alphaModFix/>
          </a:blip>
          <a:srcRect xmlns:a="http://schemas.openxmlformats.org/drawingml/2006/main" l="0" t="0" r="0" b="0"/>
          <a:stretch xmlns:a="http://schemas.openxmlformats.org/drawingml/2006/main"/>
        </p:blipFill>
        <p:spPr>
          <a:xfrm xmlns:a="http://schemas.openxmlformats.org/drawingml/2006/main" rot="0" flipH="0" flipV="0">
            <a:off x="397288" y="409100"/>
            <a:ext cx="1573166" cy="302650"/>
          </a:xfrm>
          <a:prstGeom xmlns:a="http://schemas.openxmlformats.org/drawingml/2006/main" prst="rect">
            <a:avLst/>
          </a:prstGeom>
          <a:ln xmlns:a="http://schemas.openxmlformats.org/drawingml/2006/main">
            <a:noFill/>
          </a:ln>
        </p:spPr>
      </p:pic>
      <p:pic>
        <p:nvPicPr>
          <p:cNvPr id="25" name="Google Shape;25;p21">
            <a:extLst xmlns:a="http://schemas.openxmlformats.org/drawingml/2006/main">
              <a:ext uri="{FF2B5EF4-FFF2-40B4-BE49-F238E27FC236}">
                <a16:creationId xmlns:a16="http://schemas.microsoft.com/office/drawing/2014/main" id="{E67BB845-3CAB-4621-BB4E-30B975FA2F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e58967fb2e44242">
            <a:alphaModFix/>
          </a:blip>
          <a:srcRect xmlns:a="http://schemas.openxmlformats.org/drawingml/2006/main" l="0" t="0" r="0" b="0"/>
          <a:stretch xmlns:a="http://schemas.openxmlformats.org/drawingml/2006/main"/>
        </p:blipFill>
        <p:spPr>
          <a:xfrm xmlns:a="http://schemas.openxmlformats.org/drawingml/2006/main" rot="0" flipH="0" flipV="0">
            <a:off x="7385794" y="360350"/>
            <a:ext cx="1363806" cy="400150"/>
          </a:xfrm>
          <a:prstGeom xmlns:a="http://schemas.openxmlformats.org/drawingml/2006/main" prst="rect">
            <a:avLst/>
          </a:prstGeom>
          <a:ln xmlns:a="http://schemas.openxmlformats.org/drawingml/2006/main">
            <a:noFill/>
          </a:ln>
        </p:spPr>
      </p:pic>
      <p:pic>
        <p:nvPicPr>
          <p:cNvPr id="26" name="Google Shape;26;p21">
            <a:extLst xmlns:a="http://schemas.openxmlformats.org/drawingml/2006/main">
              <a:ext uri="{FF2B5EF4-FFF2-40B4-BE49-F238E27FC236}">
                <a16:creationId xmlns:a16="http://schemas.microsoft.com/office/drawing/2014/main" id="{F8B8DF04-6911-4079-A135-299CED6727A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ac19e8646ac484d">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Fondo_Blanco">
  <p:cSld name="BLANK_1">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Google Shape;28;p22">
            <a:extLst xmlns:a="http://schemas.openxmlformats.org/drawingml/2006/main">
              <a:ext uri="{FF2B5EF4-FFF2-40B4-BE49-F238E27FC236}">
                <a16:creationId xmlns:a16="http://schemas.microsoft.com/office/drawing/2014/main" id="{3D375148-CBD8-44C9-920F-384A3BC93EB3}"/>
              </a:ext>
            </a:extLst>
          </p:cNvPr>
          <p:cNvSpPr>
            <a:spLocks xmlns:a="http://schemas.openxmlformats.org/drawingml/2006/main" noGrp="1"/>
          </p:cNvSpPr>
          <p:nvPr>
            <p:ph type="title" idx="0"/>
          </p:nvPr>
        </p:nvSpPr>
        <p:spPr>
          <a:xfrm xmlns:a="http://schemas.openxmlformats.org/drawingml/2006/main">
            <a:off x="2398650" y="1744275"/>
            <a:ext cx="4346700" cy="11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lnSpc>
                <a:spcPct val="80000"/>
              </a:lnSpc>
              <a:spcBef>
                <a:spcPts val="0"/>
              </a:spcBef>
              <a:spcAft>
                <a:spcPts val="0"/>
              </a:spcAft>
              <a:buClr>
                <a:srgbClr val="000000"/>
              </a:buClr>
              <a:buSzPts val="2400"/>
              <a:buFont typeface="Arial"/>
              <a:buNone/>
              <a:defRPr sz="2400" b="1" i="0" u="none" strike="noStrike" cap="none">
                <a:solidFill>
                  <a:srgbClr val="666666"/>
                </a:solidFill>
                <a:latin typeface="Open Sans"/>
                <a:ea typeface="Open Sans"/>
                <a:cs typeface="Open Sans"/>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Tree>
  </p:cSld>
</p:sldLayout>
</file>

<file path=ppt/slideLayouts/slideLayout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0" name="Google Shape;30;p23">
            <a:extLst xmlns:a="http://schemas.openxmlformats.org/drawingml/2006/main">
              <a:ext uri="{FF2B5EF4-FFF2-40B4-BE49-F238E27FC236}">
                <a16:creationId xmlns:a16="http://schemas.microsoft.com/office/drawing/2014/main" id="{D835924A-9853-462F-8BEA-06A3C6EB202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
        <p:nvSpPr>
          <p:cNvPr id="31" name="Google Shape;31;p23">
            <a:extLst xmlns:a="http://schemas.openxmlformats.org/drawingml/2006/main">
              <a:ext uri="{FF2B5EF4-FFF2-40B4-BE49-F238E27FC236}">
                <a16:creationId xmlns:a16="http://schemas.microsoft.com/office/drawing/2014/main" id="{6670BE63-76C2-4B87-9D1C-3CDBB87013F1}"/>
              </a:ext>
            </a:extLst>
          </p:cNvPr>
          <p:cNvSpPr>
            <a:spLocks xmlns:a="http://schemas.openxmlformats.org/drawingml/2006/main" noGrp="1"/>
          </p:cNvSpPr>
          <p:nvPr/>
        </p:nvSpPr>
        <p:spPr>
          <a:xfrm xmlns:a="http://schemas.openxmlformats.org/drawingml/2006/main">
            <a:off x="-50750" y="-75000"/>
            <a:ext cx="9248400" cy="5293500"/>
          </a:xfrm>
          <a:prstGeom xmlns:a="http://schemas.openxmlformats.org/drawingml/2006/main" prst="rect">
            <a:avLst/>
          </a:prstGeom>
          <a:solidFill xmlns:a="http://schemas.openxmlformats.org/drawingml/2006/main">
            <a:srgbClr val="4D4B4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pic>
        <p:nvPicPr>
          <p:cNvPr id="32" name="Google Shape;32;p23">
            <a:extLst xmlns:a="http://schemas.openxmlformats.org/drawingml/2006/main">
              <a:ext uri="{FF2B5EF4-FFF2-40B4-BE49-F238E27FC236}">
                <a16:creationId xmlns:a16="http://schemas.microsoft.com/office/drawing/2014/main" id="{74F86482-0D9B-4D24-950D-9B0759EE94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6578c20ff554288">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pic>
        <p:nvPicPr>
          <p:cNvPr id="34" name="Google Shape;34;p23">
            <a:extLst xmlns:a="http://schemas.openxmlformats.org/drawingml/2006/main">
              <a:ext uri="{FF2B5EF4-FFF2-40B4-BE49-F238E27FC236}">
                <a16:creationId xmlns:a16="http://schemas.microsoft.com/office/drawing/2014/main" id="{E8277A61-B00E-47B8-A1A4-AB327CF2FDB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c1ae8b5353348a9">
            <a:alphaModFix/>
          </a:blip>
          <a:srcRect xmlns:a="http://schemas.openxmlformats.org/drawingml/2006/main" l="0" t="0" r="0" b="0"/>
          <a:stretch xmlns:a="http://schemas.openxmlformats.org/drawingml/2006/main"/>
        </p:blipFill>
        <p:spPr>
          <a:xfrm xmlns:a="http://schemas.openxmlformats.org/drawingml/2006/main" rot="0" flipH="0" flipV="0">
            <a:off x="397288" y="409100"/>
            <a:ext cx="1573166" cy="302650"/>
          </a:xfrm>
          <a:prstGeom xmlns:a="http://schemas.openxmlformats.org/drawingml/2006/main" prst="rect">
            <a:avLst/>
          </a:prstGeom>
          <a:ln xmlns:a="http://schemas.openxmlformats.org/drawingml/2006/main">
            <a:noFill/>
          </a:ln>
        </p:spPr>
      </p:pic>
      <p:pic>
        <p:nvPicPr>
          <p:cNvPr id="35" name="Google Shape;35;p23">
            <a:extLst xmlns:a="http://schemas.openxmlformats.org/drawingml/2006/main">
              <a:ext uri="{FF2B5EF4-FFF2-40B4-BE49-F238E27FC236}">
                <a16:creationId xmlns:a16="http://schemas.microsoft.com/office/drawing/2014/main" id="{6025270D-B35E-461F-A62B-83690FAC3EA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523af059b64f09">
            <a:alphaModFix/>
          </a:blip>
          <a:srcRect xmlns:a="http://schemas.openxmlformats.org/drawingml/2006/main" l="0" t="0" r="0" b="0"/>
          <a:stretch xmlns:a="http://schemas.openxmlformats.org/drawingml/2006/main"/>
        </p:blipFill>
        <p:spPr>
          <a:xfrm xmlns:a="http://schemas.openxmlformats.org/drawingml/2006/main" rot="0" flipH="0" flipV="0">
            <a:off x="7385794" y="360350"/>
            <a:ext cx="1363806" cy="40015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7" name="Google Shape;37;p24">
            <a:extLst xmlns:a="http://schemas.openxmlformats.org/drawingml/2006/main">
              <a:ext uri="{FF2B5EF4-FFF2-40B4-BE49-F238E27FC236}">
                <a16:creationId xmlns:a16="http://schemas.microsoft.com/office/drawing/2014/main" id="{7F1C9DB8-6AD3-4B34-8CA0-A40959CD36F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
        <p:nvSpPr>
          <p:cNvPr id="38" name="Google Shape;38;p24">
            <a:extLst xmlns:a="http://schemas.openxmlformats.org/drawingml/2006/main">
              <a:ext uri="{FF2B5EF4-FFF2-40B4-BE49-F238E27FC236}">
                <a16:creationId xmlns:a16="http://schemas.microsoft.com/office/drawing/2014/main" id="{B6984286-17D5-4FC5-979C-4FBB3B5F612F}"/>
              </a:ext>
            </a:extLst>
          </p:cNvPr>
          <p:cNvSpPr>
            <a:spLocks xmlns:a="http://schemas.openxmlformats.org/drawingml/2006/main" noGrp="1"/>
          </p:cNvSpPr>
          <p:nvPr/>
        </p:nvSpPr>
        <p:spPr>
          <a:xfrm xmlns:a="http://schemas.openxmlformats.org/drawingml/2006/main">
            <a:off x="-104250" y="-71775"/>
            <a:ext cx="9352500" cy="5342400"/>
          </a:xfrm>
          <a:prstGeom xmlns:a="http://schemas.openxmlformats.org/drawingml/2006/main" prst="rect">
            <a:avLst/>
          </a:prstGeom>
          <a:solidFill xmlns:a="http://schemas.openxmlformats.org/drawingml/2006/main">
            <a:schemeClr val="lt2"/>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pic>
        <p:nvPicPr>
          <p:cNvPr id="40" name="Google Shape;40;p24">
            <a:extLst xmlns:a="http://schemas.openxmlformats.org/drawingml/2006/main">
              <a:ext uri="{FF2B5EF4-FFF2-40B4-BE49-F238E27FC236}">
                <a16:creationId xmlns:a16="http://schemas.microsoft.com/office/drawing/2014/main" id="{C3AD0D71-DBA7-4810-A4ED-BA9BBB724D8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eccd0828aa54652">
            <a:alphaModFix/>
          </a:blip>
          <a:srcRect xmlns:a="http://schemas.openxmlformats.org/drawingml/2006/main" l="0" t="0" r="0" b="0"/>
          <a:stretch xmlns:a="http://schemas.openxmlformats.org/drawingml/2006/main"/>
        </p:blipFill>
        <p:spPr>
          <a:xfrm xmlns:a="http://schemas.openxmlformats.org/drawingml/2006/main" rot="0" flipH="0" flipV="0">
            <a:off x="7474900" y="360350"/>
            <a:ext cx="1273301" cy="400150"/>
          </a:xfrm>
          <a:prstGeom xmlns:a="http://schemas.openxmlformats.org/drawingml/2006/main" prst="rect">
            <a:avLst/>
          </a:prstGeom>
          <a:ln xmlns:a="http://schemas.openxmlformats.org/drawingml/2006/main">
            <a:noFill/>
          </a:ln>
        </p:spPr>
      </p:pic>
      <p:pic>
        <p:nvPicPr>
          <p:cNvPr id="41" name="Google Shape;41;p24">
            <a:extLst xmlns:a="http://schemas.openxmlformats.org/drawingml/2006/main">
              <a:ext uri="{FF2B5EF4-FFF2-40B4-BE49-F238E27FC236}">
                <a16:creationId xmlns:a16="http://schemas.microsoft.com/office/drawing/2014/main" id="{527B00EE-F614-4E53-9686-E7E0A391111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0138044aa3a4da9">
            <a:alphaModFix/>
          </a:blip>
          <a:srcRect xmlns:a="http://schemas.openxmlformats.org/drawingml/2006/main" l="0" t="0" r="0" b="0"/>
          <a:stretch xmlns:a="http://schemas.openxmlformats.org/drawingml/2006/main"/>
        </p:blipFill>
        <p:spPr>
          <a:xfrm xmlns:a="http://schemas.openxmlformats.org/drawingml/2006/main" rot="0" flipH="0" flipV="0">
            <a:off x="395800" y="409100"/>
            <a:ext cx="1573350" cy="302650"/>
          </a:xfrm>
          <a:prstGeom xmlns:a="http://schemas.openxmlformats.org/drawingml/2006/main" prst="rect">
            <a:avLst/>
          </a:prstGeom>
          <a:ln xmlns:a="http://schemas.openxmlformats.org/drawingml/2006/main">
            <a:noFill/>
          </a:ln>
        </p:spPr>
      </p:pic>
      <p:pic>
        <p:nvPicPr>
          <p:cNvPr id="42" name="Google Shape;42;p24">
            <a:extLst xmlns:a="http://schemas.openxmlformats.org/drawingml/2006/main">
              <a:ext uri="{FF2B5EF4-FFF2-40B4-BE49-F238E27FC236}">
                <a16:creationId xmlns:a16="http://schemas.microsoft.com/office/drawing/2014/main" id="{BD44D8DF-8FC8-4A18-B3AA-4F75F2300A4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35859e00354119">
            <a:alphaModFix/>
          </a:blip>
          <a:srcRect xmlns:a="http://schemas.openxmlformats.org/drawingml/2006/main" l="0" t="0" r="0" b="0"/>
          <a:stretch xmlns:a="http://schemas.openxmlformats.org/drawingml/2006/main"/>
        </p:blipFill>
        <p:spPr>
          <a:xfrm xmlns:a="http://schemas.openxmlformats.org/drawingml/2006/main">
            <a:off x="8288622" y="4422472"/>
            <a:ext cx="378013" cy="400150"/>
          </a:xfrm>
          <a:prstGeom xmlns:a="http://schemas.openxmlformats.org/drawingml/2006/main" prst="rect">
            <a:avLst/>
          </a:prstGeom>
          <a:ln xmlns:a="http://schemas.openxmlformats.org/drawingml/2006/main">
            <a:noFill/>
          </a:ln>
        </p:spPr>
      </p:pic>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4" name="Google Shape;44;p25">
            <a:extLst xmlns:a="http://schemas.openxmlformats.org/drawingml/2006/main">
              <a:ext uri="{FF2B5EF4-FFF2-40B4-BE49-F238E27FC236}">
                <a16:creationId xmlns:a16="http://schemas.microsoft.com/office/drawing/2014/main" id="{DE3E3EB3-8E18-4C5D-9D2F-3FEAAABA3A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Tree>
  </p:cSld>
</p:sldLayout>
</file>

<file path=ppt/slideLayouts/slideLayout8.xml><?xml version="1.0" encoding="utf-8"?>
<p:sldLayout xmlns:p="http://schemas.openxmlformats.org/presentationml/2006/main" matchingName="Título y objetos" type="obj">
  <p:cSld name="OBJECT">
    <p:spTree>
      <p:nvGrpSpPr>
        <p:cNvPr id="1" name=""/>
        <p:cNvGrpSpPr/>
        <p:nvPr/>
      </p:nvGrpSpPr>
      <p:grpSpPr>
        <a:xfrm xmlns:a="http://schemas.openxmlformats.org/drawingml/2006/main"/>
      </p:grpSpPr>
      <p:sp>
        <p:nvSpPr>
          <p:cNvPr id="46" name="Google Shape;46;p26">
            <a:extLst xmlns:a="http://schemas.openxmlformats.org/drawingml/2006/main">
              <a:ext uri="{FF2B5EF4-FFF2-40B4-BE49-F238E27FC236}">
                <a16:creationId xmlns:a16="http://schemas.microsoft.com/office/drawing/2014/main" id="{EA9C0BCD-A8EB-4B27-905D-F1368CA02C1C}"/>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lgn="l">
              <a:lnSpc>
                <a:spcPct val="100000"/>
              </a:lnSpc>
              <a:spcBef>
                <a:spcPts val="0"/>
              </a:spcBef>
              <a:spcAft>
                <a:spcPts val="0"/>
              </a:spcAft>
              <a:buSzPts val="1100"/>
              <a:buNone/>
              <a:defRPr/>
            </a:lvl2pPr>
            <a:lvl3pPr algn="l">
              <a:lnSpc>
                <a:spcPct val="100000"/>
              </a:lnSpc>
              <a:spcBef>
                <a:spcPts val="0"/>
              </a:spcBef>
              <a:spcAft>
                <a:spcPts val="0"/>
              </a:spcAft>
              <a:buSzPts val="1100"/>
              <a:buNone/>
              <a:defRPr/>
            </a:lvl3pPr>
            <a:lvl4pPr algn="l">
              <a:lnSpc>
                <a:spcPct val="100000"/>
              </a:lnSpc>
              <a:spcBef>
                <a:spcPts val="0"/>
              </a:spcBef>
              <a:spcAft>
                <a:spcPts val="0"/>
              </a:spcAft>
              <a:buSzPts val="1100"/>
              <a:buNone/>
              <a:defRPr/>
            </a:lvl4pPr>
            <a:lvl5pPr algn="l">
              <a:lnSpc>
                <a:spcPct val="100000"/>
              </a:lnSpc>
              <a:spcBef>
                <a:spcPts val="0"/>
              </a:spcBef>
              <a:spcAft>
                <a:spcPts val="0"/>
              </a:spcAft>
              <a:buSzPts val="1100"/>
              <a:buNone/>
              <a:defRPr/>
            </a:lvl5pPr>
            <a:lvl6pPr algn="l">
              <a:lnSpc>
                <a:spcPct val="100000"/>
              </a:lnSpc>
              <a:spcBef>
                <a:spcPts val="0"/>
              </a:spcBef>
              <a:spcAft>
                <a:spcPts val="0"/>
              </a:spcAft>
              <a:buSzPts val="1100"/>
              <a:buNone/>
              <a:defRPr/>
            </a:lvl6pPr>
            <a:lvl7pPr algn="l">
              <a:lnSpc>
                <a:spcPct val="100000"/>
              </a:lnSpc>
              <a:spcBef>
                <a:spcPts val="0"/>
              </a:spcBef>
              <a:spcAft>
                <a:spcPts val="0"/>
              </a:spcAft>
              <a:buSzPts val="1100"/>
              <a:buNone/>
              <a:defRPr/>
            </a:lvl7pPr>
            <a:lvl8pPr algn="l">
              <a:lnSpc>
                <a:spcPct val="100000"/>
              </a:lnSpc>
              <a:spcBef>
                <a:spcPts val="0"/>
              </a:spcBef>
              <a:spcAft>
                <a:spcPts val="0"/>
              </a:spcAft>
              <a:buSzPts val="1100"/>
              <a:buNone/>
              <a:defRPr/>
            </a:lvl8pPr>
            <a:lvl9pPr algn="l">
              <a:lnSpc>
                <a:spcPct val="100000"/>
              </a:lnSpc>
              <a:spcBef>
                <a:spcPts val="0"/>
              </a:spcBef>
              <a:spcAft>
                <a:spcPts val="0"/>
              </a:spcAft>
              <a:buSzPts val="1100"/>
              <a:buNone/>
              <a:defRPr/>
            </a:lvl9pPr>
          </a:lstStyle>
          <a:p xmlns:a="http://schemas.openxmlformats.org/drawingml/2006/main">
            <a:endParaRPr/>
          </a:p>
        </p:txBody>
      </p:sp>
      <p:sp>
        <p:nvSpPr>
          <p:cNvPr id="47" name="Google Shape;47;p26">
            <a:extLst xmlns:a="http://schemas.openxmlformats.org/drawingml/2006/main">
              <a:ext uri="{FF2B5EF4-FFF2-40B4-BE49-F238E27FC236}">
                <a16:creationId xmlns:a16="http://schemas.microsoft.com/office/drawing/2014/main" id="{5420686D-9DF7-4F88-843B-2C9FFABDDE39}"/>
              </a:ext>
            </a:extLst>
          </p:cNvPr>
          <p:cNvSpPr>
            <a:spLocks xmlns:a="http://schemas.openxmlformats.org/drawingml/2006/main" noGrp="1"/>
          </p:cNvSpPr>
          <p:nvPr>
            <p:ph type="body" idx="1"/>
          </p:nvPr>
        </p:nvSpPr>
        <p:spPr>
          <a:xfrm xmlns:a="http://schemas.openxmlformats.org/drawingml/2006/main">
            <a:off x="628650" y="1369219"/>
            <a:ext cx="78867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a:endParaRPr/>
          </a:p>
        </p:txBody>
      </p:sp>
      <p:sp>
        <p:nvSpPr>
          <p:cNvPr id="48" name="Google Shape;48;p26">
            <a:extLst xmlns:a="http://schemas.openxmlformats.org/drawingml/2006/main">
              <a:ext uri="{FF2B5EF4-FFF2-40B4-BE49-F238E27FC236}">
                <a16:creationId xmlns:a16="http://schemas.microsoft.com/office/drawing/2014/main" id="{19744B7F-CC41-4B9D-8941-16892C7056DE}"/>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9pPr>
          </a:lstStyle>
          <a:p xmlns:a="http://schemas.openxmlformats.org/drawingml/2006/main">
            <a:endParaRPr/>
          </a:p>
        </p:txBody>
      </p:sp>
      <p:sp>
        <p:nvSpPr>
          <p:cNvPr id="49" name="Google Shape;49;p26">
            <a:extLst xmlns:a="http://schemas.openxmlformats.org/drawingml/2006/main">
              <a:ext uri="{FF2B5EF4-FFF2-40B4-BE49-F238E27FC236}">
                <a16:creationId xmlns:a16="http://schemas.microsoft.com/office/drawing/2014/main" id="{D9311CF6-6BD0-4037-9BEF-1F8CB13AFB95}"/>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9pPr>
          </a:lstStyle>
          <a:p xmlns:a="http://schemas.openxmlformats.org/drawingml/2006/main">
            <a:endParaRPr/>
          </a:p>
        </p:txBody>
      </p:sp>
      <p:sp>
        <p:nvSpPr>
          <p:cNvPr id="50" name="Google Shape;50;p26">
            <a:extLst xmlns:a="http://schemas.openxmlformats.org/drawingml/2006/main">
              <a:ext uri="{FF2B5EF4-FFF2-40B4-BE49-F238E27FC236}">
                <a16:creationId xmlns:a16="http://schemas.microsoft.com/office/drawing/2014/main" id="{6B863775-82AE-4BE9-8E8F-24D83EDF05AD}"/>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Tree>
  </p:cSld>
</p:sldLayout>
</file>

<file path=ppt/slideLayouts/slideLayout9.xml><?xml version="1.0" encoding="utf-8"?>
<p:sldLayout xmlns:p="http://schemas.openxmlformats.org/presentationml/2006/main" matchingName="Diapositiva de título">
  <p:cSld name="TITLE_1">
    <p:spTree>
      <p:nvGrpSpPr>
        <p:cNvPr id="1" name=""/>
        <p:cNvGrpSpPr/>
        <p:nvPr/>
      </p:nvGrpSpPr>
      <p:grpSpPr>
        <a:xfrm xmlns:a="http://schemas.openxmlformats.org/drawingml/2006/main"/>
      </p:grpSpPr>
      <p:sp>
        <p:nvSpPr>
          <p:cNvPr id="52" name="Google Shape;52;p27">
            <a:extLst xmlns:a="http://schemas.openxmlformats.org/drawingml/2006/main">
              <a:ext uri="{FF2B5EF4-FFF2-40B4-BE49-F238E27FC236}">
                <a16:creationId xmlns:a16="http://schemas.microsoft.com/office/drawing/2014/main" id="{0673258E-8BEB-4A60-941C-B7D8CABFCB20}"/>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Clr>
                <a:schemeClr val="dk1"/>
              </a:buClr>
              <a:buSzPts val="4500"/>
              <a:buFont typeface="Calibri"/>
              <a:buNone/>
              <a:defRPr sz="4500"/>
            </a:lvl1pPr>
            <a:lvl2pPr algn="l">
              <a:lnSpc>
                <a:spcPct val="100000"/>
              </a:lnSpc>
              <a:spcBef>
                <a:spcPts val="0"/>
              </a:spcBef>
              <a:spcAft>
                <a:spcPts val="0"/>
              </a:spcAft>
              <a:buSzPts val="1100"/>
              <a:buNone/>
              <a:defRPr/>
            </a:lvl2pPr>
            <a:lvl3pPr algn="l">
              <a:lnSpc>
                <a:spcPct val="100000"/>
              </a:lnSpc>
              <a:spcBef>
                <a:spcPts val="0"/>
              </a:spcBef>
              <a:spcAft>
                <a:spcPts val="0"/>
              </a:spcAft>
              <a:buSzPts val="1100"/>
              <a:buNone/>
              <a:defRPr/>
            </a:lvl3pPr>
            <a:lvl4pPr algn="l">
              <a:lnSpc>
                <a:spcPct val="100000"/>
              </a:lnSpc>
              <a:spcBef>
                <a:spcPts val="0"/>
              </a:spcBef>
              <a:spcAft>
                <a:spcPts val="0"/>
              </a:spcAft>
              <a:buSzPts val="1100"/>
              <a:buNone/>
              <a:defRPr/>
            </a:lvl4pPr>
            <a:lvl5pPr algn="l">
              <a:lnSpc>
                <a:spcPct val="100000"/>
              </a:lnSpc>
              <a:spcBef>
                <a:spcPts val="0"/>
              </a:spcBef>
              <a:spcAft>
                <a:spcPts val="0"/>
              </a:spcAft>
              <a:buSzPts val="1100"/>
              <a:buNone/>
              <a:defRPr/>
            </a:lvl5pPr>
            <a:lvl6pPr algn="l">
              <a:lnSpc>
                <a:spcPct val="100000"/>
              </a:lnSpc>
              <a:spcBef>
                <a:spcPts val="0"/>
              </a:spcBef>
              <a:spcAft>
                <a:spcPts val="0"/>
              </a:spcAft>
              <a:buSzPts val="1100"/>
              <a:buNone/>
              <a:defRPr/>
            </a:lvl6pPr>
            <a:lvl7pPr algn="l">
              <a:lnSpc>
                <a:spcPct val="100000"/>
              </a:lnSpc>
              <a:spcBef>
                <a:spcPts val="0"/>
              </a:spcBef>
              <a:spcAft>
                <a:spcPts val="0"/>
              </a:spcAft>
              <a:buSzPts val="1100"/>
              <a:buNone/>
              <a:defRPr/>
            </a:lvl7pPr>
            <a:lvl8pPr algn="l">
              <a:lnSpc>
                <a:spcPct val="100000"/>
              </a:lnSpc>
              <a:spcBef>
                <a:spcPts val="0"/>
              </a:spcBef>
              <a:spcAft>
                <a:spcPts val="0"/>
              </a:spcAft>
              <a:buSzPts val="1100"/>
              <a:buNone/>
              <a:defRPr/>
            </a:lvl8pPr>
            <a:lvl9pPr algn="l">
              <a:lnSpc>
                <a:spcPct val="100000"/>
              </a:lnSpc>
              <a:spcBef>
                <a:spcPts val="0"/>
              </a:spcBef>
              <a:spcAft>
                <a:spcPts val="0"/>
              </a:spcAft>
              <a:buSzPts val="1100"/>
              <a:buNone/>
              <a:defRPr/>
            </a:lvl9pPr>
          </a:lstStyle>
          <a:p xmlns:a="http://schemas.openxmlformats.org/drawingml/2006/main">
            <a:endParaRPr/>
          </a:p>
        </p:txBody>
      </p:sp>
      <p:sp>
        <p:nvSpPr>
          <p:cNvPr id="53" name="Google Shape;53;p27">
            <a:extLst xmlns:a="http://schemas.openxmlformats.org/drawingml/2006/main">
              <a:ext uri="{FF2B5EF4-FFF2-40B4-BE49-F238E27FC236}">
                <a16:creationId xmlns:a16="http://schemas.microsoft.com/office/drawing/2014/main" id="{5498DFB0-C99E-4ABF-B536-61786D612634}"/>
              </a:ext>
            </a:extLst>
          </p:cNvPr>
          <p:cNvSpPr>
            <a:spLocks xmlns:a="http://schemas.openxmlformats.org/drawingml/2006/main" noGrp="1"/>
          </p:cNvSpPr>
          <p:nvPr>
            <p:ph type="subTitle" idx="1"/>
          </p:nvPr>
        </p:nvSpPr>
        <p:spPr>
          <a:xfrm xmlns:a="http://schemas.openxmlformats.org/drawingml/2006/main">
            <a:off x="1143000" y="2701529"/>
            <a:ext cx="6858000" cy="124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Clr>
                <a:schemeClr val="dk1"/>
              </a:buClr>
              <a:buSzPts val="1800"/>
              <a:buNone/>
              <a:defRPr sz="1800"/>
            </a:lvl1pPr>
            <a:lvl2pPr algn="ctr">
              <a:lnSpc>
                <a:spcPct val="90000"/>
              </a:lnSpc>
              <a:spcBef>
                <a:spcPts val="400"/>
              </a:spcBef>
              <a:spcAft>
                <a:spcPts val="0"/>
              </a:spcAft>
              <a:buClr>
                <a:schemeClr val="dk1"/>
              </a:buClr>
              <a:buSzPts val="1500"/>
              <a:buNone/>
              <a:defRPr sz="1500"/>
            </a:lvl2pPr>
            <a:lvl3pPr algn="ctr">
              <a:lnSpc>
                <a:spcPct val="90000"/>
              </a:lnSpc>
              <a:spcBef>
                <a:spcPts val="400"/>
              </a:spcBef>
              <a:spcAft>
                <a:spcPts val="0"/>
              </a:spcAft>
              <a:buClr>
                <a:schemeClr val="dk1"/>
              </a:buClr>
              <a:buSzPts val="1400"/>
              <a:buNone/>
              <a:defRPr sz="1400"/>
            </a:lvl3pPr>
            <a:lvl4pPr algn="ctr">
              <a:lnSpc>
                <a:spcPct val="90000"/>
              </a:lnSpc>
              <a:spcBef>
                <a:spcPts val="400"/>
              </a:spcBef>
              <a:spcAft>
                <a:spcPts val="0"/>
              </a:spcAft>
              <a:buClr>
                <a:schemeClr val="dk1"/>
              </a:buClr>
              <a:buSzPts val="1200"/>
              <a:buNone/>
              <a:defRPr sz="1200"/>
            </a:lvl4pPr>
            <a:lvl5pPr algn="ctr">
              <a:lnSpc>
                <a:spcPct val="90000"/>
              </a:lnSpc>
              <a:spcBef>
                <a:spcPts val="400"/>
              </a:spcBef>
              <a:spcAft>
                <a:spcPts val="0"/>
              </a:spcAft>
              <a:buClr>
                <a:schemeClr val="dk1"/>
              </a:buClr>
              <a:buSzPts val="1200"/>
              <a:buNone/>
              <a:defRPr sz="1200"/>
            </a:lvl5pPr>
            <a:lvl6pPr algn="ctr">
              <a:lnSpc>
                <a:spcPct val="90000"/>
              </a:lnSpc>
              <a:spcBef>
                <a:spcPts val="400"/>
              </a:spcBef>
              <a:spcAft>
                <a:spcPts val="0"/>
              </a:spcAft>
              <a:buClr>
                <a:schemeClr val="dk1"/>
              </a:buClr>
              <a:buSzPts val="1200"/>
              <a:buNone/>
              <a:defRPr sz="1200"/>
            </a:lvl6pPr>
            <a:lvl7pPr algn="ctr">
              <a:lnSpc>
                <a:spcPct val="90000"/>
              </a:lnSpc>
              <a:spcBef>
                <a:spcPts val="400"/>
              </a:spcBef>
              <a:spcAft>
                <a:spcPts val="0"/>
              </a:spcAft>
              <a:buClr>
                <a:schemeClr val="dk1"/>
              </a:buClr>
              <a:buSzPts val="1200"/>
              <a:buNone/>
              <a:defRPr sz="1200"/>
            </a:lvl7pPr>
            <a:lvl8pPr algn="ctr">
              <a:lnSpc>
                <a:spcPct val="90000"/>
              </a:lnSpc>
              <a:spcBef>
                <a:spcPts val="400"/>
              </a:spcBef>
              <a:spcAft>
                <a:spcPts val="0"/>
              </a:spcAft>
              <a:buClr>
                <a:schemeClr val="dk1"/>
              </a:buClr>
              <a:buSzPts val="1200"/>
              <a:buNone/>
              <a:defRPr sz="1200"/>
            </a:lvl8pPr>
            <a:lvl9pPr algn="ctr">
              <a:lnSpc>
                <a:spcPct val="90000"/>
              </a:lnSpc>
              <a:spcBef>
                <a:spcPts val="400"/>
              </a:spcBef>
              <a:spcAft>
                <a:spcPts val="0"/>
              </a:spcAft>
              <a:buClr>
                <a:schemeClr val="dk1"/>
              </a:buClr>
              <a:buSzPts val="1200"/>
              <a:buNone/>
              <a:defRPr sz="1200"/>
            </a:lvl9pPr>
          </a:lstStyle>
          <a:p xmlns:a="http://schemas.openxmlformats.org/drawingml/2006/main">
            <a:endParaRPr/>
          </a:p>
        </p:txBody>
      </p:sp>
      <p:sp>
        <p:nvSpPr>
          <p:cNvPr id="54" name="Google Shape;54;p27">
            <a:extLst xmlns:a="http://schemas.openxmlformats.org/drawingml/2006/main">
              <a:ext uri="{FF2B5EF4-FFF2-40B4-BE49-F238E27FC236}">
                <a16:creationId xmlns:a16="http://schemas.microsoft.com/office/drawing/2014/main" id="{88A08BBE-B88A-4AD7-98C5-997FCD472C4E}"/>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9pPr>
          </a:lstStyle>
          <a:p xmlns:a="http://schemas.openxmlformats.org/drawingml/2006/main">
            <a:endParaRPr/>
          </a:p>
        </p:txBody>
      </p:sp>
      <p:sp>
        <p:nvSpPr>
          <p:cNvPr id="55" name="Google Shape;55;p27">
            <a:extLst xmlns:a="http://schemas.openxmlformats.org/drawingml/2006/main">
              <a:ext uri="{FF2B5EF4-FFF2-40B4-BE49-F238E27FC236}">
                <a16:creationId xmlns:a16="http://schemas.microsoft.com/office/drawing/2014/main" id="{26646B1C-2D26-4074-A0AC-78AE25F88278}"/>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SzPts val="1100"/>
              <a:buFont typeface="Arial"/>
              <a:buNone/>
              <a:defRPr sz="1100" b="0" i="0" u="none" strike="noStrike" cap="none" spc="0">
                <a:solidFill>
                  <a:srgbClr val="000000"/>
                </a:solidFill>
                <a:latin typeface="Arial"/>
                <a:ea typeface="Arial"/>
                <a:cs typeface="Arial"/>
              </a:defRPr>
            </a:lvl9pPr>
          </a:lstStyle>
          <a:p xmlns:a="http://schemas.openxmlformats.org/drawingml/2006/main">
            <a:endParaRPr/>
          </a:p>
        </p:txBody>
      </p:sp>
      <p:sp>
        <p:nvSpPr>
          <p:cNvPr id="56" name="Google Shape;56;p27">
            <a:extLst xmlns:a="http://schemas.openxmlformats.org/drawingml/2006/main">
              <a:ext uri="{FF2B5EF4-FFF2-40B4-BE49-F238E27FC236}">
                <a16:creationId xmlns:a16="http://schemas.microsoft.com/office/drawing/2014/main" id="{B27C7EAA-E2B3-49FA-AB6D-D4CC809712E8}"/>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900"/>
              <a:buFont typeface="Arial"/>
              <a:buNone/>
              <a:defRPr sz="9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ae4365584734cdc" /><Relationship Type="http://schemas.openxmlformats.org/officeDocument/2006/relationships/theme" Target="/ppt/slideMasters/theme/theme2.xml" Id="R228031177b4b43eb" /><Relationship Type="http://schemas.openxmlformats.org/officeDocument/2006/relationships/slideLayout" Target="/ppt/slideLayouts/slideLayout1.xml" Id="Rb3a0490fb52a4bff" /><Relationship Type="http://schemas.openxmlformats.org/officeDocument/2006/relationships/slideLayout" Target="/ppt/slideLayouts/slideLayout2.xml" Id="Rcb41ffc0b7094f34" /><Relationship Type="http://schemas.openxmlformats.org/officeDocument/2006/relationships/slideLayout" Target="/ppt/slideLayouts/slideLayout3.xml" Id="R49dd8109329c490e" /><Relationship Type="http://schemas.openxmlformats.org/officeDocument/2006/relationships/slideLayout" Target="/ppt/slideLayouts/slideLayout4.xml" Id="R39c3814a2f514039" /><Relationship Type="http://schemas.openxmlformats.org/officeDocument/2006/relationships/slideLayout" Target="/ppt/slideLayouts/slideLayout5.xml" Id="R53d51e089ce745fc" /><Relationship Type="http://schemas.openxmlformats.org/officeDocument/2006/relationships/slideLayout" Target="/ppt/slideLayouts/slideLayout6.xml" Id="R2c6ea71a942342a7" /><Relationship Type="http://schemas.openxmlformats.org/officeDocument/2006/relationships/slideLayout" Target="/ppt/slideLayouts/slideLayout7.xml" Id="Ra5f9307295464990" /><Relationship Type="http://schemas.openxmlformats.org/officeDocument/2006/relationships/slideLayout" Target="/ppt/slideLayouts/slideLayout8.xml" Id="R7f9c66d4ff994464" /><Relationship Type="http://schemas.openxmlformats.org/officeDocument/2006/relationships/slideLayout" Target="/ppt/slideLayouts/slideLayout9.xml" Id="R986457f8985b46bf" /></Relationships>
</file>

<file path=ppt/slideMasters/slideMaster1.xml><?xml version="1.0" encoding="utf-8"?>
<p:sldMaster xmlns:p="http://schemas.openxmlformats.org/presentationml/2006/main">
  <p:cSld name="simple-light-2">
    <p:bg>
      <p:bgPr>
        <a:blipFill xmlns:a="http://schemas.openxmlformats.org/drawingml/2006/main">
          <a:blip xmlns:r="http://schemas.openxmlformats.org/officeDocument/2006/relationships" r:embed="Reae4365584734cdc">
            <a:alphaModFix/>
          </a:blip>
          <a:stretch>
            <a:fillRect l="0" t="0" r="0" b="0"/>
          </a:stretch>
        </a:blip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07961AB8-093D-4422-8317-19DDA028F66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strike="noStrike" cap="none" spc="0">
                <a:solidFill>
                  <a:schemeClr val="dk1"/>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08B16FC7-DB4D-40B3-9D33-0956AE0EA93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strike="noStrike" cap="none" spc="0">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strike="noStrike" cap="none" spc="0">
                <a:solidFill>
                  <a:schemeClr val="dk2"/>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0B34B85A-8836-4D87-8A09-8485265897B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1pPr>
            <a:lvl2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2pPr>
            <a:lvl3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3pPr>
            <a:lvl4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4pPr>
            <a:lvl5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5pPr>
            <a:lvl6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6pPr>
            <a:lvl7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7pPr>
            <a:lvl8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8pPr>
            <a:lvl9pPr marL="0" marR="0" indent="0" algn="r">
              <a:lnSpc>
                <a:spcPct val="100000"/>
              </a:lnSpc>
              <a:spcBef>
                <a:spcPts val="0"/>
              </a:spcBef>
              <a:spcAft>
                <a:spcPts val="0"/>
              </a:spcAft>
              <a:buClr>
                <a:srgbClr val="000000"/>
              </a:buClr>
              <a:buSzPts val="1000"/>
              <a:buFont typeface="Arial"/>
              <a:buNone/>
              <a:defRPr sz="1000" b="1" i="0" u="none" strike="noStrike" cap="none" spc="0">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‹Nº›</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3a0490fb52a4bff"/>
    <p:sldLayoutId xmlns:r="http://schemas.openxmlformats.org/officeDocument/2006/relationships" id="2147483650" r:id="Rcb41ffc0b7094f34"/>
    <p:sldLayoutId xmlns:r="http://schemas.openxmlformats.org/officeDocument/2006/relationships" id="2147483651" r:id="R49dd8109329c490e"/>
    <p:sldLayoutId xmlns:r="http://schemas.openxmlformats.org/officeDocument/2006/relationships" id="2147483652" r:id="R39c3814a2f514039"/>
    <p:sldLayoutId xmlns:r="http://schemas.openxmlformats.org/officeDocument/2006/relationships" id="2147483653" r:id="R53d51e089ce745fc"/>
    <p:sldLayoutId xmlns:r="http://schemas.openxmlformats.org/officeDocument/2006/relationships" id="2147483654" r:id="R2c6ea71a942342a7"/>
    <p:sldLayoutId xmlns:r="http://schemas.openxmlformats.org/officeDocument/2006/relationships" id="2147483655" r:id="Ra5f9307295464990"/>
    <p:sldLayoutId xmlns:r="http://schemas.openxmlformats.org/officeDocument/2006/relationships" id="2147483656" r:id="R7f9c66d4ff994464"/>
    <p:sldLayoutId xmlns:r="http://schemas.openxmlformats.org/officeDocument/2006/relationships" id="2147483657" r:id="R986457f8985b46bf"/>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42d4a9d3d81e4e28" /><Relationship Type="http://schemas.openxmlformats.org/officeDocument/2006/relationships/notesSlide" Target="/ppt/notesSlides/notesSlide1.xml" Id="R692fecb862d14b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6abaac8f7f3458d" /><Relationship Type="http://schemas.openxmlformats.org/officeDocument/2006/relationships/image" Target="/ppt/media/image9.png" Id="Raf24ebba99f346cf" /><Relationship Type="http://schemas.openxmlformats.org/officeDocument/2006/relationships/image" Target="/ppt/media/image10.png" Id="Rf56ee870afd44855" /><Relationship Type="http://schemas.openxmlformats.org/officeDocument/2006/relationships/image" Target="/ppt/media/image11.png" Id="R0d083770f5074faf" /><Relationship Type="http://schemas.openxmlformats.org/officeDocument/2006/relationships/image" Target="/ppt/media/image12.png" Id="Re30f877d28204641" /><Relationship Type="http://schemas.openxmlformats.org/officeDocument/2006/relationships/notesSlide" Target="/ppt/notesSlides/notesSlide2.xml" Id="Rc9100c12b75b49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a2e170429e4920" /><Relationship Type="http://schemas.openxmlformats.org/officeDocument/2006/relationships/notesSlide" Target="/ppt/notesSlides/notesSlide3.xml" Id="R169833646b8c42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48876cb5164887" /><Relationship Type="http://schemas.openxmlformats.org/officeDocument/2006/relationships/notesSlide" Target="/ppt/notesSlides/notesSlide4.xml" Id="Re021ebc9993349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6215db79e34503" /><Relationship Type="http://schemas.openxmlformats.org/officeDocument/2006/relationships/notesSlide" Target="/ppt/notesSlides/notesSlide5.xml" Id="Rd6c7252d21c543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6cd73629544f69" /><Relationship Type="http://schemas.openxmlformats.org/officeDocument/2006/relationships/notesSlide" Target="/ppt/notesSlides/notesSlide6.xml" Id="Rb154e845eea94b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56d604955c44525" /><Relationship Type="http://schemas.openxmlformats.org/officeDocument/2006/relationships/notesSlide" Target="/ppt/notesSlides/notesSlide7.xml" Id="R6366fb0cc89c43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98c2786d7a4e14" /><Relationship Type="http://schemas.openxmlformats.org/officeDocument/2006/relationships/chart" Target="/ppt/slides/charts/chart1.xml" Id="R93e7c70f1ee74bb5" /><Relationship Type="http://schemas.openxmlformats.org/officeDocument/2006/relationships/notesSlide" Target="/ppt/notesSlides/notesSlide8.xml" Id="R2b88dbebb2e440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dd8822c03a4beb" /><Relationship Type="http://schemas.openxmlformats.org/officeDocument/2006/relationships/notesSlide" Target="/ppt/notesSlides/notesSlide9.xml" Id="R84b83770beca45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645c4e90c34e8d" /><Relationship Type="http://schemas.openxmlformats.org/officeDocument/2006/relationships/chart" Target="/ppt/slides/charts/chart2.xml" Id="Rfd30d3a355b141be" /><Relationship Type="http://schemas.openxmlformats.org/officeDocument/2006/relationships/notesSlide" Target="/ppt/notesSlides/notesSlide10.xml" Id="Rdbc298fc6f014c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678912bcae40c4" /><Relationship Type="http://schemas.openxmlformats.org/officeDocument/2006/relationships/notesSlide" Target="/ppt/notesSlides/notesSlide11.xml" Id="R4e841cfdc1d84e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153fb0c79fb448d" /><Relationship Type="http://schemas.openxmlformats.org/officeDocument/2006/relationships/chart" Target="/ppt/slides/charts/chart3.xml" Id="R3ba23adbdd1b499b" /><Relationship Type="http://schemas.openxmlformats.org/officeDocument/2006/relationships/notesSlide" Target="/ppt/notesSlides/notesSlide12.xml" Id="R9348f7bb1a374d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0fc7f3dc084669" /><Relationship Type="http://schemas.openxmlformats.org/officeDocument/2006/relationships/notesSlide" Target="/ppt/notesSlides/notesSlide13.xml" Id="R8833db4d9da94c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c976fb4db44380" /><Relationship Type="http://schemas.openxmlformats.org/officeDocument/2006/relationships/notesSlide" Target="/ppt/notesSlides/notesSlide14.xml" Id="Rde7a64a416de4c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ad3197bff644ad9" /><Relationship Type="http://schemas.openxmlformats.org/officeDocument/2006/relationships/notesSlide" Target="/ppt/notesSlides/notesSlide15.xml" Id="R750f7ccdabc3447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ms / 20 consultas</c:v>
          </c:tx>
          <c:spPr>
            <a:solidFill xmlns:a="http://schemas.openxmlformats.org/drawingml/2006/main">
              <a:srgbClr val="00B6D1"/>
            </a:solidFill>
          </c:spPr>
          <c:invertIfNegative val="0"/>
          <c:cat>
            <c:strRef>
              <c:f>'Chart Data'!$A$2:$A$3</c:f>
              <c:strCache>
                <c:ptCount val="2"/>
                <c:pt idx="0">
                  <c:v>IVF</c:v>
                </c:pt>
                <c:pt idx="1">
                  <c:v>Fuerza bruta</c:v>
                </c:pt>
              </c:strCache>
            </c:strRef>
          </c:cat>
          <c:val>
            <c:numRef>
              <c:f>'Chart Data'!$B$2:$B$3</c:f>
              <c:numCache>
                <c:formatCode>General</c:formatCode>
                <c:ptCount val="2"/>
                <c:pt idx="0">
                  <c:v>14.3308</c:v>
                </c:pt>
                <c:pt idx="1">
                  <c:v>57.2929</c:v>
                </c:pt>
              </c:numCache>
            </c:numRef>
          </c:val>
        </c:ser>
        <c:dLbls>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0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 / 20 consultas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Modularidad</c:v>
          </c:tx>
          <c:spPr>
            <a:solidFill xmlns:a="http://schemas.openxmlformats.org/drawingml/2006/main">
              <a:srgbClr val="00B6D1"/>
            </a:solidFill>
          </c:spPr>
          <c:invertIfNegative val="0"/>
          <c:cat>
            <c:strRef>
              <c:f>'Chart Data'!$A$2:$A$3</c:f>
              <c:strCache>
                <c:ptCount val="2"/>
                <c:pt idx="0">
                  <c:v>Louvain</c:v>
                </c:pt>
                <c:pt idx="1">
                  <c:v>Etiquetas</c:v>
                </c:pt>
              </c:strCache>
            </c:strRef>
          </c:cat>
          <c:val>
            <c:numRef>
              <c:f>'Chart Data'!$B$2:$B$3</c:f>
              <c:numCache>
                <c:formatCode>General</c:formatCode>
                <c:ptCount val="2"/>
                <c:pt idx="0">
                  <c:v>0.7867</c:v>
                </c:pt>
                <c:pt idx="1">
                  <c:v>0.717</c:v>
                </c:pt>
              </c:numCache>
            </c:numRef>
          </c:val>
        </c:ser>
        <c:dLbls>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0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Modularidad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Tiempo integral (s)</c:v>
          </c:tx>
          <c:spPr>
            <a:solidFill xmlns:a="http://schemas.openxmlformats.org/drawingml/2006/main">
              <a:srgbClr val="00B6D1"/>
            </a:solidFill>
          </c:spPr>
          <c:invertIfNegative val="0"/>
          <c:cat>
            <c:strRef>
              <c:f>'Chart Data'!$A$2:$A$6</c:f>
              <c:strCache>
                <c:ptCount val="5"/>
                <c:pt idx="0">
                  <c:v>1K</c:v>
                </c:pt>
                <c:pt idx="1">
                  <c:v>10K</c:v>
                </c:pt>
                <c:pt idx="2">
                  <c:v>100K</c:v>
                </c:pt>
                <c:pt idx="3">
                  <c:v>1M</c:v>
                </c:pt>
                <c:pt idx="4">
                  <c:v>10M</c:v>
                </c:pt>
              </c:strCache>
            </c:strRef>
          </c:cat>
          <c:val>
            <c:numRef>
              <c:f>'Chart Data'!$B$2:$B$6</c:f>
              <c:numCache>
                <c:formatCode>General</c:formatCode>
                <c:ptCount val="5"/>
                <c:pt idx="0">
                  <c:v>0.18</c:v>
                </c:pt>
                <c:pt idx="1">
                  <c:v>1.18</c:v>
                </c:pt>
                <c:pt idx="2">
                  <c:v>14.6</c:v>
                </c:pt>
                <c:pt idx="3">
                  <c:v>85.09</c:v>
                </c:pt>
                <c:pt idx="4">
                  <c:v>1133.13</c:v>
                </c:pt>
              </c:numCache>
            </c:numRef>
          </c:val>
        </c:ser>
        <c:dLbls>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0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Tiempo integral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9" name="Google Shape;69;p3">
            <a:extLst xmlns:a="http://schemas.openxmlformats.org/drawingml/2006/main">
              <a:ext uri="{FF2B5EF4-FFF2-40B4-BE49-F238E27FC236}">
                <a16:creationId xmlns:a16="http://schemas.microsoft.com/office/drawing/2014/main" id="{85D0223A-DAE2-4283-84E1-395378D2BAC1}"/>
              </a:ext>
            </a:extLst>
          </p:cNvPr>
          <p:cNvSpPr>
            <a:spLocks xmlns:a="http://schemas.openxmlformats.org/drawingml/2006/main" noGrp="1"/>
          </p:cNvSpPr>
          <p:nvPr/>
        </p:nvSpPr>
        <p:spPr>
          <a:xfrm xmlns:a="http://schemas.openxmlformats.org/drawingml/2006/main">
            <a:off x="641450" y="1738350"/>
            <a:ext cx="5120640" cy="456600"/>
          </a:xfrm>
          <a:prstGeom xmlns:a="http://schemas.openxmlformats.org/drawingml/2006/main" prst="rect">
            <a:avLst/>
          </a:prstGeom>
          <a:solidFill xmlns:a="http://schemas.openxmlformats.org/drawingml/2006/main">
            <a:srgbClr val="00E1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000"/>
              <a:buFont typeface="Arial"/>
              <a:buNone/>
            </a:pPr>
            <a:r>
              <a:rPr sz="1500" b="0" i="0" u="none" strike="noStrike" cap="none" spc="0">
                <a:solidFill>
                  <a:srgbClr val="4E4B4C"/>
                </a:solidFill>
                <a:latin typeface="Space Grotesk Medium"/>
                <a:ea typeface="Space Grotesk Medium"/>
                <a:cs typeface="Space Grotesk Medium"/>
              </a:rPr>
              <a:t>CURSO: Estructuras de Datos y Algoritmos</a:t>
            </a:r>
            <a:endParaRPr sz="1500" b="0" i="0" u="none" strike="noStrike" cap="none" spc="0">
              <a:solidFill>
                <a:srgbClr val="4E4B4C"/>
              </a:solidFill>
              <a:latin typeface="Space Grotesk Medium"/>
              <a:ea typeface="Space Grotesk Medium"/>
              <a:cs typeface="Space Grotesk Medium"/>
            </a:endParaRPr>
          </a:p>
        </p:txBody>
      </p:sp>
      <p:sp>
        <p:nvSpPr>
          <p:cNvPr id="70" name="Google Shape;70;p3">
            <a:extLst xmlns:a="http://schemas.openxmlformats.org/drawingml/2006/main">
              <a:ext uri="{FF2B5EF4-FFF2-40B4-BE49-F238E27FC236}">
                <a16:creationId xmlns:a16="http://schemas.microsoft.com/office/drawing/2014/main" id="{331ABDCD-FA63-4966-9213-E1C9A0CFEA9D}"/>
              </a:ext>
            </a:extLst>
          </p:cNvPr>
          <p:cNvSpPr>
            <a:spLocks xmlns:a="http://schemas.openxmlformats.org/drawingml/2006/main" noGrp="1"/>
          </p:cNvSpPr>
          <p:nvPr/>
        </p:nvSpPr>
        <p:spPr>
          <a:xfrm xmlns:a="http://schemas.openxmlformats.org/drawingml/2006/main">
            <a:off x="527700" y="2426000"/>
            <a:ext cx="8316300" cy="167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80000"/>
              </a:lnSpc>
              <a:spcBef>
                <a:spcPts val="0"/>
              </a:spcBef>
              <a:spcAft>
                <a:spcPts val="0"/>
              </a:spcAft>
              <a:buClr>
                <a:schemeClr val="dk1"/>
              </a:buClr>
              <a:buSzPts val="1100"/>
              <a:buFont typeface="Arial"/>
              <a:buNone/>
            </a:pPr>
            <a:r>
              <a:rPr sz="4000">
                <a:solidFill>
                  <a:schemeClr val="lt2"/>
                </a:solidFill>
                <a:latin typeface="Space Grotesk"/>
                <a:ea typeface="Space Grotesk"/>
                <a:cs typeface="Space Grotesk"/>
              </a:rPr>
              <a:t>PIPELINE DE DATA STREAMS</a:t>
            </a:r>
            <a:endParaRPr sz="4000" b="0" i="0" u="none" strike="noStrike" cap="none" spc="0">
              <a:solidFill>
                <a:schemeClr val="lt2"/>
              </a:solidFill>
              <a:latin typeface="Space Grotesk"/>
              <a:ea typeface="Space Grotesk"/>
              <a:cs typeface="Space Grotesk"/>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endParaRPr sz="4000" b="0" i="0" u="none" strike="noStrike" cap="none" spc="0">
              <a:solidFill>
                <a:srgbClr val="EEEEEE"/>
              </a:solidFill>
              <a:latin typeface="Space Grotesk"/>
              <a:ea typeface="Space Grotesk"/>
              <a:cs typeface="Space Grotesk"/>
            </a:endParaRPr>
          </a:p>
        </p:txBody>
      </p:sp>
      <p:sp>
        <p:nvSpPr>
          <p:cNvPr id="71" name="Google Shape;71;p3">
            <a:extLst xmlns:a="http://schemas.openxmlformats.org/drawingml/2006/main">
              <a:ext uri="{FF2B5EF4-FFF2-40B4-BE49-F238E27FC236}">
                <a16:creationId xmlns:a16="http://schemas.microsoft.com/office/drawing/2014/main" id="{9707074E-6DF1-4637-B172-2D4AB722015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1</a:t>
            </a:fld>
            <a:endParaRPr>
              <a:solidFill>
                <a:schemeClr val="lt1"/>
              </a:solidFill>
            </a:endParaRPr>
          </a:p>
        </p:txBody>
      </p:sp>
      <p:sp>
        <p:nvSpPr>
          <p:cNvPr id="72" name="Google Shape;72;p3">
            <a:extLst xmlns:a="http://schemas.openxmlformats.org/drawingml/2006/main">
              <a:ext uri="{FF2B5EF4-FFF2-40B4-BE49-F238E27FC236}">
                <a16:creationId xmlns:a16="http://schemas.microsoft.com/office/drawing/2014/main" id="{705DA8CE-F235-49AE-BCF4-2EE11DFB4852}"/>
              </a:ext>
            </a:extLst>
          </p:cNvPr>
          <p:cNvSpPr>
            <a:spLocks xmlns:a="http://schemas.openxmlformats.org/drawingml/2006/main" noGrp="1"/>
          </p:cNvSpPr>
          <p:nvPr/>
        </p:nvSpPr>
        <p:spPr>
          <a:xfrm xmlns:a="http://schemas.openxmlformats.org/drawingml/2006/main">
            <a:off x="527700" y="4421125"/>
            <a:ext cx="7634400" cy="58474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r>
              <a:rPr sz="1300">
                <a:solidFill>
                  <a:schemeClr val="lt1"/>
                </a:solidFill>
                <a:latin typeface="Times New Roman"/>
                <a:ea typeface="Times New Roman"/>
                <a:cs typeface="Times New Roman"/>
              </a:rPr>
              <a:t>Grupo 5: Javier Guerra Blanco, Armando Mesias Araujo, Brayan Quispe Montoya, Raúl Pacheco Huanca</a:t>
            </a:r>
            <a:endParaRPr sz="1500">
              <a:solidFill>
                <a:schemeClr val="lt1"/>
              </a:solidFill>
            </a:endParaRPr>
          </a:p>
          <a:p xmlns:a="http://schemas.openxmlformats.org/drawingml/2006/main">
            <a:pPr marL="0" lvl="0" indent="0" algn="l">
              <a:spcBef>
                <a:spcPts val="0"/>
              </a:spcBef>
              <a:spcAft>
                <a:spcPts val="0"/>
              </a:spcAft>
              <a:buNone/>
            </a:pPr>
            <a:r>
              <a:rPr sz="1300">
                <a:solidFill>
                  <a:schemeClr val="lt1"/>
                </a:solidFill>
                <a:latin typeface="Times New Roman"/>
                <a:ea typeface="Times New Roman"/>
                <a:cs typeface="Times New Roman"/>
              </a:rPr>
              <a:t>Escenario B: comercio electrónico (REES46)</a:t>
            </a:r>
            <a:endParaRPr sz="1500">
              <a:solidFill>
                <a:schemeClr val="lt1"/>
              </a:solidFill>
            </a:endParaRPr>
          </a:p>
        </p:txBody>
      </p:sp>
    </p:spTree>
    <p:extLst>
      <p:ext uri="{BB962C8B-B14F-4D97-AF65-F5344CB8AC3E}">
        <p14:creationId xmlns:p14="http://schemas.microsoft.com/office/powerpoint/2010/main" val="1294303956"/>
      </p:ext>
    </p:extLst>
  </p:cSld>
</p:sld>
</file>

<file path=ppt/slides/slide2.xml><?xml version="1.0" encoding="utf-8"?>
<p:sld xmlns:p="http://schemas.openxmlformats.org/presentationml/2006/main">
  <p:cSld>
    <p:bg>
      <p:bgPr>
        <a:solidFill xmlns:a="http://schemas.openxmlformats.org/drawingml/2006/main">
          <a:srgbClr val="4E4B4C"/>
        </a:solidFill>
      </p:bgPr>
    </p:bg>
    <p:spTree>
      <p:nvGrpSpPr>
        <p:cNvPr id="1" name=""/>
        <p:cNvGrpSpPr/>
        <p:nvPr/>
      </p:nvGrpSpPr>
      <p:grpSpPr>
        <a:xfrm xmlns:a="http://schemas.openxmlformats.org/drawingml/2006/main"/>
      </p:grpSpPr>
      <p:sp>
        <p:nvSpPr>
          <p:cNvPr id="77" name="Google Shape;77;p4">
            <a:extLst xmlns:a="http://schemas.openxmlformats.org/drawingml/2006/main">
              <a:ext uri="{FF2B5EF4-FFF2-40B4-BE49-F238E27FC236}">
                <a16:creationId xmlns:a16="http://schemas.microsoft.com/office/drawing/2014/main" id="{4C8073F7-3D4A-4E77-8146-DA54E520646B}"/>
              </a:ext>
            </a:extLst>
          </p:cNvPr>
          <p:cNvSpPr>
            <a:spLocks xmlns:a="http://schemas.openxmlformats.org/drawingml/2006/main" noGrp="1"/>
          </p:cNvSpPr>
          <p:nvPr/>
        </p:nvSpPr>
        <p:spPr>
          <a:xfrm xmlns:a="http://schemas.openxmlformats.org/drawingml/2006/main">
            <a:off x="766517" y="263575"/>
            <a:ext cx="4382100" cy="5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spc="0">
                <a:solidFill>
                  <a:srgbClr val="00E1FF"/>
                </a:solidFill>
                <a:latin typeface="Space Grotesk"/>
                <a:ea typeface="Space Grotesk"/>
                <a:cs typeface="Space Grotesk"/>
              </a:rPr>
              <a:t>     </a:t>
            </a:r>
            <a:r>
              <a:rPr sz="2800" b="1" i="0" u="none" strike="noStrike" cap="none" spc="0">
                <a:solidFill>
                  <a:srgbClr val="00E1FF"/>
                </a:solidFill>
                <a:latin typeface="Space Grotesk"/>
                <a:ea typeface="Space Grotesk"/>
                <a:cs typeface="Space Grotesk"/>
              </a:rPr>
              <a:t>ÍNDICE</a:t>
            </a:r>
            <a:endParaRPr sz="2800" b="1" i="0" u="none" strike="noStrike" cap="none" spc="0">
              <a:solidFill>
                <a:srgbClr val="00E1FF"/>
              </a:solidFill>
              <a:latin typeface="Space Grotesk"/>
              <a:ea typeface="Space Grotesk"/>
              <a:cs typeface="Space Grotesk"/>
            </a:endParaRPr>
          </a:p>
        </p:txBody>
      </p:sp>
      <p:pic>
        <p:nvPicPr>
          <p:cNvPr id="78" name="Google Shape;78;p4">
            <a:extLst xmlns:a="http://schemas.openxmlformats.org/drawingml/2006/main">
              <a:ext uri="{FF2B5EF4-FFF2-40B4-BE49-F238E27FC236}">
                <a16:creationId xmlns:a16="http://schemas.microsoft.com/office/drawing/2014/main" id="{C8177040-A6A0-494D-BC62-09FE38A30DD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f24ebba99f346cf">
            <a:alphaModFix/>
          </a:blip>
          <a:srcRect xmlns:a="http://schemas.openxmlformats.org/drawingml/2006/main" l="0" t="0" r="0" b="0"/>
          <a:stretch xmlns:a="http://schemas.openxmlformats.org/drawingml/2006/main"/>
        </p:blipFill>
        <p:spPr>
          <a:xfrm xmlns:a="http://schemas.openxmlformats.org/drawingml/2006/main" rot="10800000" flipH="1">
            <a:off x="727608" y="361041"/>
            <a:ext cx="472626" cy="422920"/>
          </a:xfrm>
          <a:prstGeom xmlns:a="http://schemas.openxmlformats.org/drawingml/2006/main" prst="rect">
            <a:avLst/>
          </a:prstGeom>
          <a:ln xmlns:a="http://schemas.openxmlformats.org/drawingml/2006/main">
            <a:noFill/>
          </a:ln>
        </p:spPr>
      </p:pic>
      <p:pic>
        <p:nvPicPr>
          <p:cNvPr id="80" name="Google Shape;80;p4">
            <a:extLst xmlns:a="http://schemas.openxmlformats.org/drawingml/2006/main">
              <a:ext uri="{FF2B5EF4-FFF2-40B4-BE49-F238E27FC236}">
                <a16:creationId xmlns:a16="http://schemas.microsoft.com/office/drawing/2014/main" id="{9EA38E59-9025-4E4B-AC54-EBC73E2585B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6ee870afd44855">
            <a:alphaModFix/>
          </a:blip>
          <a:srcRect xmlns:a="http://schemas.openxmlformats.org/drawingml/2006/main" l="0" t="0" r="0" b="0"/>
          <a:stretch xmlns:a="http://schemas.openxmlformats.org/drawingml/2006/main"/>
        </p:blipFill>
        <p:spPr>
          <a:xfrm xmlns:a="http://schemas.openxmlformats.org/drawingml/2006/main">
            <a:off x="7031182" y="319979"/>
            <a:ext cx="1846563" cy="355723"/>
          </a:xfrm>
          <a:prstGeom xmlns:a="http://schemas.openxmlformats.org/drawingml/2006/main" prst="rect">
            <a:avLst/>
          </a:prstGeom>
          <a:ln xmlns:a="http://schemas.openxmlformats.org/drawingml/2006/main">
            <a:noFill/>
          </a:ln>
        </p:spPr>
      </p:pic>
      <p:pic>
        <p:nvPicPr>
          <p:cNvPr id="81" name="Google Shape;81;p4">
            <a:extLst xmlns:a="http://schemas.openxmlformats.org/drawingml/2006/main">
              <a:ext uri="{FF2B5EF4-FFF2-40B4-BE49-F238E27FC236}">
                <a16:creationId xmlns:a16="http://schemas.microsoft.com/office/drawing/2014/main" id="{E4734383-AF18-4486-BBBE-3B701ECF0A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d083770f5074faf">
            <a:alphaModFix/>
          </a:blip>
          <a:srcRect xmlns:a="http://schemas.openxmlformats.org/drawingml/2006/main" l="0" t="0" r="0" b="0"/>
          <a:stretch xmlns:a="http://schemas.openxmlformats.org/drawingml/2006/main"/>
        </p:blipFill>
        <p:spPr>
          <a:xfrm xmlns:a="http://schemas.openxmlformats.org/drawingml/2006/main" rot="464401">
            <a:off x="6453544" y="1727331"/>
            <a:ext cx="2242488" cy="2239663"/>
          </a:xfrm>
          <a:prstGeom xmlns:a="http://schemas.openxmlformats.org/drawingml/2006/main" prst="rect">
            <a:avLst/>
          </a:prstGeom>
          <a:ln xmlns:a="http://schemas.openxmlformats.org/drawingml/2006/main">
            <a:noFill/>
          </a:ln>
        </p:spPr>
      </p:pic>
      <p:pic>
        <p:nvPicPr>
          <p:cNvPr id="82" name="Google Shape;82;p4">
            <a:extLst xmlns:a="http://schemas.openxmlformats.org/drawingml/2006/main">
              <a:ext uri="{FF2B5EF4-FFF2-40B4-BE49-F238E27FC236}">
                <a16:creationId xmlns:a16="http://schemas.microsoft.com/office/drawing/2014/main" id="{0E045FAE-C517-4769-A7EA-82E94E95AA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0f877d28204641">
            <a:alphaModFix/>
          </a:blip>
          <a:srcRect xmlns:a="http://schemas.openxmlformats.org/drawingml/2006/main" l="0" t="0" r="0" b="0"/>
          <a:stretch xmlns:a="http://schemas.openxmlformats.org/drawingml/2006/main"/>
        </p:blipFill>
        <p:spPr>
          <a:xfrm xmlns:a="http://schemas.openxmlformats.org/drawingml/2006/main">
            <a:off x="844425" y="1252325"/>
            <a:ext cx="3727584" cy="554100"/>
          </a:xfrm>
          <a:prstGeom xmlns:a="http://schemas.openxmlformats.org/drawingml/2006/main" prst="rect">
            <a:avLst/>
          </a:prstGeom>
          <a:ln xmlns:a="http://schemas.openxmlformats.org/drawingml/2006/main">
            <a:noFill/>
          </a:ln>
        </p:spPr>
      </p:pic>
      <p:sp>
        <p:nvSpPr>
          <p:cNvPr id="83" name="Google Shape;83;p4">
            <a:extLst xmlns:a="http://schemas.openxmlformats.org/drawingml/2006/main">
              <a:ext uri="{FF2B5EF4-FFF2-40B4-BE49-F238E27FC236}">
                <a16:creationId xmlns:a16="http://schemas.microsoft.com/office/drawing/2014/main" id="{895753A6-35D8-440B-A673-D9A927FDD569}"/>
              </a:ext>
            </a:extLst>
          </p:cNvPr>
          <p:cNvSpPr>
            <a:spLocks xmlns:a="http://schemas.openxmlformats.org/drawingml/2006/main" noGrp="1"/>
          </p:cNvSpPr>
          <p:nvPr/>
        </p:nvSpPr>
        <p:spPr>
          <a:xfrm xmlns:a="http://schemas.openxmlformats.org/drawingml/2006/main">
            <a:off x="1437682" y="1340878"/>
            <a:ext cx="29751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200">
                <a:solidFill>
                  <a:srgbClr val="4E4B4C"/>
                </a:solidFill>
                <a:latin typeface="Space Grotesk Light"/>
                <a:ea typeface="Space Grotesk Light"/>
                <a:cs typeface="Space Grotesk Light"/>
              </a:rPr>
              <a:t>Contexto, fuente y supuestos</a:t>
            </a:r>
            <a:endParaRPr sz="1200" b="0" i="0" u="none" strike="noStrike" cap="none" spc="0">
              <a:solidFill>
                <a:srgbClr val="4E4B4C"/>
              </a:solidFill>
              <a:latin typeface="Space Grotesk Light"/>
              <a:ea typeface="Space Grotesk Light"/>
              <a:cs typeface="Space Grotesk Light"/>
            </a:endParaRPr>
          </a:p>
        </p:txBody>
      </p:sp>
      <p:sp>
        <p:nvSpPr>
          <p:cNvPr id="84" name="Google Shape;84;p4">
            <a:extLst xmlns:a="http://schemas.openxmlformats.org/drawingml/2006/main">
              <a:ext uri="{FF2B5EF4-FFF2-40B4-BE49-F238E27FC236}">
                <a16:creationId xmlns:a16="http://schemas.microsoft.com/office/drawing/2014/main" id="{A2546878-CB4B-42C4-BA2F-1E98CD2C0A74}"/>
              </a:ext>
            </a:extLst>
          </p:cNvPr>
          <p:cNvSpPr>
            <a:spLocks xmlns:a="http://schemas.openxmlformats.org/drawingml/2006/main" noGrp="1"/>
          </p:cNvSpPr>
          <p:nvPr/>
        </p:nvSpPr>
        <p:spPr>
          <a:xfrm xmlns:a="http://schemas.openxmlformats.org/drawingml/2006/main">
            <a:off x="946641" y="1283350"/>
            <a:ext cx="366000" cy="5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2400" b="1" i="0" u="none" strike="noStrike" cap="none" spc="0">
                <a:solidFill>
                  <a:srgbClr val="00E1FF"/>
                </a:solidFill>
                <a:latin typeface="Space Grotesk"/>
                <a:ea typeface="Space Grotesk"/>
                <a:cs typeface="Space Grotesk"/>
              </a:rPr>
              <a:t>1</a:t>
            </a:r>
            <a:endParaRPr sz="2400" b="1" i="0" u="none" strike="noStrike" cap="none" spc="0">
              <a:solidFill>
                <a:srgbClr val="00E1FF"/>
              </a:solidFill>
              <a:latin typeface="Space Grotesk"/>
              <a:ea typeface="Space Grotesk"/>
              <a:cs typeface="Space Grotesk"/>
            </a:endParaRPr>
          </a:p>
        </p:txBody>
      </p:sp>
      <p:pic>
        <p:nvPicPr>
          <p:cNvPr id="85" name="Google Shape;85;p4">
            <a:extLst xmlns:a="http://schemas.openxmlformats.org/drawingml/2006/main">
              <a:ext uri="{FF2B5EF4-FFF2-40B4-BE49-F238E27FC236}">
                <a16:creationId xmlns:a16="http://schemas.microsoft.com/office/drawing/2014/main" id="{8D06244B-B9A4-4BD3-8189-3D03342E3DF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0f877d28204641">
            <a:alphaModFix/>
          </a:blip>
          <a:srcRect xmlns:a="http://schemas.openxmlformats.org/drawingml/2006/main" l="0" t="0" r="0" b="0"/>
          <a:stretch xmlns:a="http://schemas.openxmlformats.org/drawingml/2006/main"/>
        </p:blipFill>
        <p:spPr>
          <a:xfrm xmlns:a="http://schemas.openxmlformats.org/drawingml/2006/main">
            <a:off x="883250" y="2129513"/>
            <a:ext cx="3727584" cy="554100"/>
          </a:xfrm>
          <a:prstGeom xmlns:a="http://schemas.openxmlformats.org/drawingml/2006/main" prst="rect">
            <a:avLst/>
          </a:prstGeom>
          <a:ln xmlns:a="http://schemas.openxmlformats.org/drawingml/2006/main">
            <a:noFill/>
          </a:ln>
        </p:spPr>
      </p:pic>
      <p:sp>
        <p:nvSpPr>
          <p:cNvPr id="86" name="Google Shape;86;p4">
            <a:extLst xmlns:a="http://schemas.openxmlformats.org/drawingml/2006/main">
              <a:ext uri="{FF2B5EF4-FFF2-40B4-BE49-F238E27FC236}">
                <a16:creationId xmlns:a16="http://schemas.microsoft.com/office/drawing/2014/main" id="{D175D9FE-9A8B-45F6-BA4D-8AF8DE5D971C}"/>
              </a:ext>
            </a:extLst>
          </p:cNvPr>
          <p:cNvSpPr>
            <a:spLocks xmlns:a="http://schemas.openxmlformats.org/drawingml/2006/main" noGrp="1"/>
          </p:cNvSpPr>
          <p:nvPr/>
        </p:nvSpPr>
        <p:spPr>
          <a:xfrm xmlns:a="http://schemas.openxmlformats.org/drawingml/2006/main">
            <a:off x="982166" y="2106225"/>
            <a:ext cx="366000" cy="5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2400" b="1" i="0" u="none" strike="noStrike" cap="none" spc="0">
                <a:solidFill>
                  <a:srgbClr val="00E1FF"/>
                </a:solidFill>
                <a:latin typeface="Space Grotesk"/>
                <a:ea typeface="Space Grotesk"/>
                <a:cs typeface="Space Grotesk"/>
              </a:rPr>
              <a:t>2</a:t>
            </a:r>
            <a:endParaRPr sz="2400" b="1" i="0" u="none" strike="noStrike" cap="none" spc="0">
              <a:solidFill>
                <a:srgbClr val="00E1FF"/>
              </a:solidFill>
              <a:latin typeface="Space Grotesk"/>
              <a:ea typeface="Space Grotesk"/>
              <a:cs typeface="Space Grotesk"/>
            </a:endParaRPr>
          </a:p>
        </p:txBody>
      </p:sp>
      <p:sp>
        <p:nvSpPr>
          <p:cNvPr id="87" name="Google Shape;87;p4">
            <a:extLst xmlns:a="http://schemas.openxmlformats.org/drawingml/2006/main">
              <a:ext uri="{FF2B5EF4-FFF2-40B4-BE49-F238E27FC236}">
                <a16:creationId xmlns:a16="http://schemas.microsoft.com/office/drawing/2014/main" id="{6C3FB2BD-90DD-4BAA-A2BA-EEAC0ED6A0EE}"/>
              </a:ext>
            </a:extLst>
          </p:cNvPr>
          <p:cNvSpPr>
            <a:spLocks xmlns:a="http://schemas.openxmlformats.org/drawingml/2006/main" noGrp="1"/>
          </p:cNvSpPr>
          <p:nvPr/>
        </p:nvSpPr>
        <p:spPr>
          <a:xfrm xmlns:a="http://schemas.openxmlformats.org/drawingml/2006/main">
            <a:off x="1437676" y="2206400"/>
            <a:ext cx="29751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200">
                <a:solidFill>
                  <a:srgbClr val="4E4B4C"/>
                </a:solidFill>
                <a:latin typeface="Space Grotesk Light"/>
                <a:ea typeface="Space Grotesk Light"/>
                <a:cs typeface="Space Grotesk Light"/>
              </a:rPr>
              <a:t>Arquitectura y decisiones técnicas</a:t>
            </a:r>
            <a:endParaRPr sz="1200" b="0" i="0" u="none" strike="noStrike" cap="none" spc="0">
              <a:solidFill>
                <a:srgbClr val="4E4B4C"/>
              </a:solidFill>
              <a:latin typeface="Space Grotesk Light"/>
              <a:ea typeface="Space Grotesk Light"/>
              <a:cs typeface="Space Grotesk Light"/>
            </a:endParaRPr>
          </a:p>
        </p:txBody>
      </p:sp>
      <p:pic>
        <p:nvPicPr>
          <p:cNvPr id="88" name="Google Shape;88;p4">
            <a:extLst xmlns:a="http://schemas.openxmlformats.org/drawingml/2006/main">
              <a:ext uri="{FF2B5EF4-FFF2-40B4-BE49-F238E27FC236}">
                <a16:creationId xmlns:a16="http://schemas.microsoft.com/office/drawing/2014/main" id="{43DFF1AB-1BCF-46CA-B2D6-5D080135D82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0f877d28204641">
            <a:alphaModFix/>
          </a:blip>
          <a:srcRect xmlns:a="http://schemas.openxmlformats.org/drawingml/2006/main" l="0" t="0" r="0" b="0"/>
          <a:stretch xmlns:a="http://schemas.openxmlformats.org/drawingml/2006/main"/>
        </p:blipFill>
        <p:spPr>
          <a:xfrm xmlns:a="http://schemas.openxmlformats.org/drawingml/2006/main">
            <a:off x="883250" y="2975675"/>
            <a:ext cx="3727584" cy="554100"/>
          </a:xfrm>
          <a:prstGeom xmlns:a="http://schemas.openxmlformats.org/drawingml/2006/main" prst="rect">
            <a:avLst/>
          </a:prstGeom>
          <a:ln xmlns:a="http://schemas.openxmlformats.org/drawingml/2006/main">
            <a:noFill/>
          </a:ln>
        </p:spPr>
      </p:pic>
      <p:sp>
        <p:nvSpPr>
          <p:cNvPr id="89" name="Google Shape;89;p4">
            <a:extLst xmlns:a="http://schemas.openxmlformats.org/drawingml/2006/main">
              <a:ext uri="{FF2B5EF4-FFF2-40B4-BE49-F238E27FC236}">
                <a16:creationId xmlns:a16="http://schemas.microsoft.com/office/drawing/2014/main" id="{3C8FFD06-0CFD-4686-A202-FA581F8DED8E}"/>
              </a:ext>
            </a:extLst>
          </p:cNvPr>
          <p:cNvSpPr>
            <a:spLocks xmlns:a="http://schemas.openxmlformats.org/drawingml/2006/main" noGrp="1"/>
          </p:cNvSpPr>
          <p:nvPr/>
        </p:nvSpPr>
        <p:spPr>
          <a:xfrm xmlns:a="http://schemas.openxmlformats.org/drawingml/2006/main">
            <a:off x="946660" y="2975675"/>
            <a:ext cx="366000" cy="5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2400" b="1" i="0" u="none" strike="noStrike" cap="none" spc="0">
                <a:solidFill>
                  <a:srgbClr val="00E1FF"/>
                </a:solidFill>
                <a:latin typeface="Space Grotesk"/>
                <a:ea typeface="Space Grotesk"/>
                <a:cs typeface="Space Grotesk"/>
              </a:rPr>
              <a:t>3</a:t>
            </a:r>
            <a:endParaRPr sz="2400" b="1" i="0" u="none" strike="noStrike" cap="none" spc="0">
              <a:solidFill>
                <a:srgbClr val="00E1FF"/>
              </a:solidFill>
              <a:latin typeface="Space Grotesk"/>
              <a:ea typeface="Space Grotesk"/>
              <a:cs typeface="Space Grotesk"/>
            </a:endParaRPr>
          </a:p>
        </p:txBody>
      </p:sp>
      <p:sp>
        <p:nvSpPr>
          <p:cNvPr id="90" name="Google Shape;90;p4">
            <a:extLst xmlns:a="http://schemas.openxmlformats.org/drawingml/2006/main">
              <a:ext uri="{FF2B5EF4-FFF2-40B4-BE49-F238E27FC236}">
                <a16:creationId xmlns:a16="http://schemas.microsoft.com/office/drawing/2014/main" id="{0FCFDF45-D19A-413F-8522-697FC5DCCC0A}"/>
              </a:ext>
            </a:extLst>
          </p:cNvPr>
          <p:cNvSpPr>
            <a:spLocks xmlns:a="http://schemas.openxmlformats.org/drawingml/2006/main" noGrp="1"/>
          </p:cNvSpPr>
          <p:nvPr/>
        </p:nvSpPr>
        <p:spPr>
          <a:xfrm xmlns:a="http://schemas.openxmlformats.org/drawingml/2006/main">
            <a:off x="1437675" y="3083450"/>
            <a:ext cx="34284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200">
                <a:solidFill>
                  <a:srgbClr val="4E4B4C"/>
                </a:solidFill>
                <a:latin typeface="Space Grotesk Light"/>
                <a:ea typeface="Space Grotesk Light"/>
                <a:cs typeface="Space Grotesk Light"/>
              </a:rPr>
              <a:t>Experimentos y criterios</a:t>
            </a:r>
            <a:endParaRPr sz="1200" b="0" i="0" u="none" strike="noStrike" cap="none" spc="0">
              <a:solidFill>
                <a:srgbClr val="4E4B4C"/>
              </a:solidFill>
              <a:latin typeface="Space Grotesk Light"/>
              <a:ea typeface="Space Grotesk Light"/>
              <a:cs typeface="Space Grotesk Light"/>
            </a:endParaRPr>
          </a:p>
        </p:txBody>
      </p:sp>
      <p:pic>
        <p:nvPicPr>
          <p:cNvPr id="91" name="Google Shape;91;p4">
            <a:extLst xmlns:a="http://schemas.openxmlformats.org/drawingml/2006/main">
              <a:ext uri="{FF2B5EF4-FFF2-40B4-BE49-F238E27FC236}">
                <a16:creationId xmlns:a16="http://schemas.microsoft.com/office/drawing/2014/main" id="{5CECCDC9-B8A9-44DF-9D05-7694F52AF4B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0f877d28204641">
            <a:alphaModFix/>
          </a:blip>
          <a:srcRect xmlns:a="http://schemas.openxmlformats.org/drawingml/2006/main" l="0" t="0" r="0" b="0"/>
          <a:stretch xmlns:a="http://schemas.openxmlformats.org/drawingml/2006/main"/>
        </p:blipFill>
        <p:spPr>
          <a:xfrm xmlns:a="http://schemas.openxmlformats.org/drawingml/2006/main">
            <a:off x="883250" y="3821850"/>
            <a:ext cx="3727584" cy="554100"/>
          </a:xfrm>
          <a:prstGeom xmlns:a="http://schemas.openxmlformats.org/drawingml/2006/main" prst="rect">
            <a:avLst/>
          </a:prstGeom>
          <a:ln xmlns:a="http://schemas.openxmlformats.org/drawingml/2006/main">
            <a:noFill/>
          </a:ln>
        </p:spPr>
      </p:pic>
      <p:sp>
        <p:nvSpPr>
          <p:cNvPr id="92" name="Google Shape;92;p4">
            <a:extLst xmlns:a="http://schemas.openxmlformats.org/drawingml/2006/main">
              <a:ext uri="{FF2B5EF4-FFF2-40B4-BE49-F238E27FC236}">
                <a16:creationId xmlns:a16="http://schemas.microsoft.com/office/drawing/2014/main" id="{E5AF0DCA-22F9-400A-92A6-3E32A226B798}"/>
              </a:ext>
            </a:extLst>
          </p:cNvPr>
          <p:cNvSpPr>
            <a:spLocks xmlns:a="http://schemas.openxmlformats.org/drawingml/2006/main" noGrp="1"/>
          </p:cNvSpPr>
          <p:nvPr/>
        </p:nvSpPr>
        <p:spPr>
          <a:xfrm xmlns:a="http://schemas.openxmlformats.org/drawingml/2006/main">
            <a:off x="946660" y="3821850"/>
            <a:ext cx="366000" cy="5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2400" b="1" i="0" u="none" strike="noStrike" cap="none" spc="0">
                <a:solidFill>
                  <a:srgbClr val="00E1FF"/>
                </a:solidFill>
                <a:latin typeface="Space Grotesk"/>
                <a:ea typeface="Space Grotesk"/>
                <a:cs typeface="Space Grotesk"/>
              </a:rPr>
              <a:t>4</a:t>
            </a:r>
            <a:endParaRPr sz="2400" b="1" i="0" u="none" strike="noStrike" cap="none" spc="0">
              <a:solidFill>
                <a:srgbClr val="00E1FF"/>
              </a:solidFill>
              <a:latin typeface="Space Grotesk"/>
              <a:ea typeface="Space Grotesk"/>
              <a:cs typeface="Space Grotesk"/>
            </a:endParaRPr>
          </a:p>
        </p:txBody>
      </p:sp>
      <p:sp>
        <p:nvSpPr>
          <p:cNvPr id="93" name="Google Shape;93;p4">
            <a:extLst xmlns:a="http://schemas.openxmlformats.org/drawingml/2006/main">
              <a:ext uri="{FF2B5EF4-FFF2-40B4-BE49-F238E27FC236}">
                <a16:creationId xmlns:a16="http://schemas.microsoft.com/office/drawing/2014/main" id="{9518946F-AFA5-40D9-B893-1B19FE5B2C3A}"/>
              </a:ext>
            </a:extLst>
          </p:cNvPr>
          <p:cNvSpPr>
            <a:spLocks xmlns:a="http://schemas.openxmlformats.org/drawingml/2006/main" noGrp="1"/>
          </p:cNvSpPr>
          <p:nvPr/>
        </p:nvSpPr>
        <p:spPr>
          <a:xfrm xmlns:a="http://schemas.openxmlformats.org/drawingml/2006/main">
            <a:off x="1437676" y="3891350"/>
            <a:ext cx="29751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200">
                <a:solidFill>
                  <a:srgbClr val="4E4B4C"/>
                </a:solidFill>
                <a:latin typeface="Space Grotesk Light"/>
                <a:ea typeface="Space Grotesk Light"/>
                <a:cs typeface="Space Grotesk Light"/>
              </a:rPr>
              <a:t>Conclusiones</a:t>
            </a:r>
            <a:endParaRPr sz="1200" b="0" i="0" u="none" strike="noStrike" cap="none" spc="0">
              <a:solidFill>
                <a:srgbClr val="4E4B4C"/>
              </a:solidFill>
              <a:latin typeface="Space Grotesk Light"/>
              <a:ea typeface="Space Grotesk Light"/>
              <a:cs typeface="Space Grotesk Light"/>
            </a:endParaRPr>
          </a:p>
        </p:txBody>
      </p:sp>
    </p:spTree>
    <p:extLst>
      <p:ext uri="{BB962C8B-B14F-4D97-AF65-F5344CB8AC3E}">
        <p14:creationId xmlns:p14="http://schemas.microsoft.com/office/powerpoint/2010/main" val="11947513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202359C0-8A7A-196E-DD58-8E6569619F09}" type="slidenum">
              <a:t>3</a:t>
            </a:fld>
            <a:endParaRPr/>
          </a:p>
        </p:txBody>
      </p:sp>
      <p:sp>
        <p:nvSpPr>
          <p:cNvPr id="217" name="">
            <a:extLst xmlns:a="http://schemas.openxmlformats.org/drawingml/2006/main">
              <a:ext uri="{FF2B5EF4-FFF2-40B4-BE49-F238E27FC236}">
                <a16:creationId xmlns:a16="http://schemas.microsoft.com/office/drawing/2014/main" id="{71E68B0C-BEEC-4455-BFA5-FD74ABBB3249}"/>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Datos y alcance de la evaluación</a:t>
            </a:r>
          </a:p>
        </p:txBody>
      </p:sp>
      <p:sp>
        <p:nvSpPr>
          <p:cNvPr id="218" name="">
            <a:extLst xmlns:a="http://schemas.openxmlformats.org/drawingml/2006/main">
              <a:ext uri="{FF2B5EF4-FFF2-40B4-BE49-F238E27FC236}">
                <a16:creationId xmlns:a16="http://schemas.microsoft.com/office/drawing/2014/main" id="{E0EE11FE-DFB9-4DB0-84BA-5DB65AC04137}"/>
              </a:ext>
            </a:extLst>
          </p:cNvPr>
          <p:cNvSpPr>
            <a:spLocks xmlns:a="http://schemas.openxmlformats.org/drawingml/2006/main" noGrp="1"/>
          </p:cNvSpPr>
          <p:nvPr/>
        </p:nvSpPr>
        <p:spPr>
          <a:xfrm xmlns:a="http://schemas.openxmlformats.org/drawingml/2006/main">
            <a:off x="461963" y="1528763"/>
            <a:ext cx="785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00B6D1"/>
                </a:solidFill>
                <a:latin typeface="Arial"/>
                <a:ea typeface="Arial"/>
                <a:cs typeface="Arial"/>
              </a:defRPr>
            </a:defPPr>
            <a:lvl1pPr>
              <a:defRPr sz="4500" b="1">
                <a:solidFill>
                  <a:srgbClr val="00B6D1"/>
                </a:solidFill>
                <a:latin typeface="Arial"/>
                <a:ea typeface="Arial"/>
                <a:cs typeface="Arial"/>
              </a:defRPr>
            </a:lvl1pPr>
            <a:lvl2pPr>
              <a:defRPr sz="4500" b="1">
                <a:solidFill>
                  <a:srgbClr val="00B6D1"/>
                </a:solidFill>
                <a:latin typeface="Arial"/>
                <a:ea typeface="Arial"/>
                <a:cs typeface="Arial"/>
              </a:defRPr>
            </a:lvl2pPr>
            <a:lvl3pPr>
              <a:defRPr sz="4500" b="1">
                <a:solidFill>
                  <a:srgbClr val="00B6D1"/>
                </a:solidFill>
                <a:latin typeface="Arial"/>
                <a:ea typeface="Arial"/>
                <a:cs typeface="Arial"/>
              </a:defRPr>
            </a:lvl3pPr>
            <a:lvl4pPr>
              <a:defRPr sz="4500" b="1">
                <a:solidFill>
                  <a:srgbClr val="00B6D1"/>
                </a:solidFill>
                <a:latin typeface="Arial"/>
                <a:ea typeface="Arial"/>
                <a:cs typeface="Arial"/>
              </a:defRPr>
            </a:lvl4pPr>
            <a:lvl5pPr>
              <a:defRPr sz="4500" b="1">
                <a:solidFill>
                  <a:srgbClr val="00B6D1"/>
                </a:solidFill>
                <a:latin typeface="Arial"/>
                <a:ea typeface="Arial"/>
                <a:cs typeface="Arial"/>
              </a:defRPr>
            </a:lvl5pPr>
            <a:lvl6pPr>
              <a:defRPr sz="4500" b="1">
                <a:solidFill>
                  <a:srgbClr val="00B6D1"/>
                </a:solidFill>
                <a:latin typeface="Arial"/>
                <a:ea typeface="Arial"/>
                <a:cs typeface="Arial"/>
              </a:defRPr>
            </a:lvl6pPr>
            <a:lvl7pPr>
              <a:defRPr sz="4500" b="1">
                <a:solidFill>
                  <a:srgbClr val="00B6D1"/>
                </a:solidFill>
                <a:latin typeface="Arial"/>
                <a:ea typeface="Arial"/>
                <a:cs typeface="Arial"/>
              </a:defRPr>
            </a:lvl7pPr>
            <a:lvl8pPr>
              <a:defRPr sz="4500" b="1">
                <a:solidFill>
                  <a:srgbClr val="00B6D1"/>
                </a:solidFill>
                <a:latin typeface="Arial"/>
                <a:ea typeface="Arial"/>
                <a:cs typeface="Arial"/>
              </a:defRPr>
            </a:lvl8pPr>
            <a:lvl9pPr>
              <a:defRPr sz="4500" b="1">
                <a:solidFill>
                  <a:srgbClr val="00B6D1"/>
                </a:solidFill>
                <a:latin typeface="Arial"/>
                <a:ea typeface="Arial"/>
                <a:cs typeface="Arial"/>
              </a:defRPr>
            </a:lvl9pPr>
          </a:lstStyle>
          <a:p xmlns:a="http://schemas.openxmlformats.org/drawingml/2006/main">
            <a:pPr>
              <a:defRPr sz="4500" b="1">
                <a:solidFill>
                  <a:srgbClr val="00B6D1"/>
                </a:solidFill>
                <a:latin typeface="Arial"/>
                <a:ea typeface="Arial"/>
                <a:cs typeface="Arial"/>
              </a:defRPr>
            </a:pPr>
            <a:r>
              <a:rPr sz="4500" b="1">
                <a:solidFill>
                  <a:srgbClr val="00B6D1"/>
                </a:solidFill>
                <a:latin typeface="Arial"/>
                <a:ea typeface="Arial"/>
                <a:cs typeface="Arial"/>
              </a:rPr>
              <a:t>10 millones</a:t>
            </a:r>
          </a:p>
        </p:txBody>
      </p:sp>
      <p:sp>
        <p:nvSpPr>
          <p:cNvPr id="219" name="">
            <a:extLst xmlns:a="http://schemas.openxmlformats.org/drawingml/2006/main">
              <a:ext uri="{FF2B5EF4-FFF2-40B4-BE49-F238E27FC236}">
                <a16:creationId xmlns:a16="http://schemas.microsoft.com/office/drawing/2014/main" id="{D5137CD2-21BA-4921-9593-CCA6903E98F6}"/>
              </a:ext>
            </a:extLst>
          </p:cNvPr>
          <p:cNvSpPr>
            <a:spLocks xmlns:a="http://schemas.openxmlformats.org/drawingml/2006/main" noGrp="1"/>
          </p:cNvSpPr>
          <p:nvPr/>
        </p:nvSpPr>
        <p:spPr>
          <a:xfrm xmlns:a="http://schemas.openxmlformats.org/drawingml/2006/main">
            <a:off x="476250" y="2314575"/>
            <a:ext cx="7858125"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88" b="0">
                <a:solidFill>
                  <a:srgbClr val="4E4B4C"/>
                </a:solidFill>
                <a:latin typeface="Arial"/>
                <a:ea typeface="Arial"/>
                <a:cs typeface="Arial"/>
              </a:defRPr>
            </a:defPPr>
            <a:lvl1pPr>
              <a:defRPr sz="1688" b="0">
                <a:solidFill>
                  <a:srgbClr val="4E4B4C"/>
                </a:solidFill>
                <a:latin typeface="Arial"/>
                <a:ea typeface="Arial"/>
                <a:cs typeface="Arial"/>
              </a:defRPr>
            </a:lvl1pPr>
            <a:lvl2pPr>
              <a:defRPr sz="1688" b="0">
                <a:solidFill>
                  <a:srgbClr val="4E4B4C"/>
                </a:solidFill>
                <a:latin typeface="Arial"/>
                <a:ea typeface="Arial"/>
                <a:cs typeface="Arial"/>
              </a:defRPr>
            </a:lvl2pPr>
            <a:lvl3pPr>
              <a:defRPr sz="1688" b="0">
                <a:solidFill>
                  <a:srgbClr val="4E4B4C"/>
                </a:solidFill>
                <a:latin typeface="Arial"/>
                <a:ea typeface="Arial"/>
                <a:cs typeface="Arial"/>
              </a:defRPr>
            </a:lvl3pPr>
            <a:lvl4pPr>
              <a:defRPr sz="1688" b="0">
                <a:solidFill>
                  <a:srgbClr val="4E4B4C"/>
                </a:solidFill>
                <a:latin typeface="Arial"/>
                <a:ea typeface="Arial"/>
                <a:cs typeface="Arial"/>
              </a:defRPr>
            </a:lvl4pPr>
            <a:lvl5pPr>
              <a:defRPr sz="1688" b="0">
                <a:solidFill>
                  <a:srgbClr val="4E4B4C"/>
                </a:solidFill>
                <a:latin typeface="Arial"/>
                <a:ea typeface="Arial"/>
                <a:cs typeface="Arial"/>
              </a:defRPr>
            </a:lvl5pPr>
            <a:lvl6pPr>
              <a:defRPr sz="1688" b="0">
                <a:solidFill>
                  <a:srgbClr val="4E4B4C"/>
                </a:solidFill>
                <a:latin typeface="Arial"/>
                <a:ea typeface="Arial"/>
                <a:cs typeface="Arial"/>
              </a:defRPr>
            </a:lvl6pPr>
            <a:lvl7pPr>
              <a:defRPr sz="1688" b="0">
                <a:solidFill>
                  <a:srgbClr val="4E4B4C"/>
                </a:solidFill>
                <a:latin typeface="Arial"/>
                <a:ea typeface="Arial"/>
                <a:cs typeface="Arial"/>
              </a:defRPr>
            </a:lvl7pPr>
            <a:lvl8pPr>
              <a:defRPr sz="1688" b="0">
                <a:solidFill>
                  <a:srgbClr val="4E4B4C"/>
                </a:solidFill>
                <a:latin typeface="Arial"/>
                <a:ea typeface="Arial"/>
                <a:cs typeface="Arial"/>
              </a:defRPr>
            </a:lvl8pPr>
            <a:lvl9pPr>
              <a:defRPr sz="1688" b="0">
                <a:solidFill>
                  <a:srgbClr val="4E4B4C"/>
                </a:solidFill>
                <a:latin typeface="Arial"/>
                <a:ea typeface="Arial"/>
                <a:cs typeface="Arial"/>
              </a:defRPr>
            </a:lvl9pPr>
          </a:lstStyle>
          <a:p xmlns:a="http://schemas.openxmlformats.org/drawingml/2006/main">
            <a:pPr>
              <a:defRPr sz="1688" b="0">
                <a:solidFill>
                  <a:srgbClr val="4E4B4C"/>
                </a:solidFill>
                <a:latin typeface="Arial"/>
                <a:ea typeface="Arial"/>
                <a:cs typeface="Arial"/>
              </a:defRPr>
            </a:pPr>
            <a:r>
              <a:rPr sz="1688" b="0">
                <a:solidFill>
                  <a:srgbClr val="4E4B4C"/>
                </a:solidFill>
                <a:latin typeface="Arial"/>
                <a:ea typeface="Arial"/>
                <a:cs typeface="Arial"/>
              </a:rPr>
              <a:t>filas reales procesadas · 121,903 productos derivados</a:t>
            </a:r>
          </a:p>
        </p:txBody>
      </p:sp>
      <p:sp>
        <p:nvSpPr>
          <p:cNvPr id="220" name="">
            <a:extLst xmlns:a="http://schemas.openxmlformats.org/drawingml/2006/main">
              <a:ext uri="{FF2B5EF4-FFF2-40B4-BE49-F238E27FC236}">
                <a16:creationId xmlns:a16="http://schemas.microsoft.com/office/drawing/2014/main" id="{F7D314C9-A95A-4AAF-B6DB-747CE71FF229}"/>
              </a:ext>
            </a:extLst>
          </p:cNvPr>
          <p:cNvSpPr>
            <a:spLocks xmlns:a="http://schemas.openxmlformats.org/drawingml/2006/main" noGrp="1"/>
          </p:cNvSpPr>
          <p:nvPr/>
        </p:nvSpPr>
        <p:spPr>
          <a:xfrm xmlns:a="http://schemas.openxmlformats.org/drawingml/2006/main">
            <a:off x="461963" y="3028950"/>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Eventos y órdenes</a:t>
            </a:r>
          </a:p>
        </p:txBody>
      </p:sp>
      <p:sp>
        <p:nvSpPr>
          <p:cNvPr id="221" name="">
            <a:extLst xmlns:a="http://schemas.openxmlformats.org/drawingml/2006/main">
              <a:ext uri="{FF2B5EF4-FFF2-40B4-BE49-F238E27FC236}">
                <a16:creationId xmlns:a16="http://schemas.microsoft.com/office/drawing/2014/main" id="{C6596258-CFC5-46AC-BC1B-DE7DEE217297}"/>
              </a:ext>
            </a:extLst>
          </p:cNvPr>
          <p:cNvSpPr>
            <a:spLocks xmlns:a="http://schemas.openxmlformats.org/drawingml/2006/main" noGrp="1"/>
          </p:cNvSpPr>
          <p:nvPr/>
        </p:nvSpPr>
        <p:spPr>
          <a:xfrm xmlns:a="http://schemas.openxmlformats.org/drawingml/2006/main">
            <a:off x="461963" y="3378994"/>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View, cart y purchase reales. Co-compra inferida por sesión y hora UTC.</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La demo sintética usa órdenes explícitas y prioridades controladas.</a:t>
            </a:r>
          </a:p>
        </p:txBody>
      </p:sp>
    </p:spTree>
    <p:extLst>
      <p:ext uri="{BB962C8B-B14F-4D97-AF65-F5344CB8AC3E}">
        <p14:creationId xmlns:p14="http://schemas.microsoft.com/office/powerpoint/2010/main" val="15084819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EFD6AB9A-5F9E-5F59-51AB-3C8734130965}" type="slidenum">
              <a:t>4</a:t>
            </a:fld>
            <a:endParaRPr/>
          </a:p>
        </p:txBody>
      </p:sp>
      <p:sp>
        <p:nvSpPr>
          <p:cNvPr id="217" name="">
            <a:extLst xmlns:a="http://schemas.openxmlformats.org/drawingml/2006/main">
              <a:ext uri="{FF2B5EF4-FFF2-40B4-BE49-F238E27FC236}">
                <a16:creationId xmlns:a16="http://schemas.microsoft.com/office/drawing/2014/main" id="{2A7A1FDF-9367-44CB-A3CD-30415B473B3A}"/>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Arquitectura de las diez etapas</a:t>
            </a:r>
          </a:p>
        </p:txBody>
      </p:sp>
      <p:sp>
        <p:nvSpPr>
          <p:cNvPr id="218" name="">
            <a:extLst xmlns:a="http://schemas.openxmlformats.org/drawingml/2006/main">
              <a:ext uri="{FF2B5EF4-FFF2-40B4-BE49-F238E27FC236}">
                <a16:creationId xmlns:a16="http://schemas.microsoft.com/office/drawing/2014/main" id="{45E7F8BC-E8F4-4563-969C-26DE1CCB06FD}"/>
              </a:ext>
            </a:extLst>
          </p:cNvPr>
          <p:cNvSpPr>
            <a:spLocks xmlns:a="http://schemas.openxmlformats.org/drawingml/2006/main" noGrp="1"/>
          </p:cNvSpPr>
          <p:nvPr/>
        </p:nvSpPr>
        <p:spPr>
          <a:xfrm xmlns:a="http://schemas.openxmlformats.org/drawingml/2006/main">
            <a:off x="461963" y="1600200"/>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19" name="">
            <a:extLst xmlns:a="http://schemas.openxmlformats.org/drawingml/2006/main">
              <a:ext uri="{FF2B5EF4-FFF2-40B4-BE49-F238E27FC236}">
                <a16:creationId xmlns:a16="http://schemas.microsoft.com/office/drawing/2014/main" id="{B1187084-2C09-4C08-AB98-C83BACEA9429}"/>
              </a:ext>
            </a:extLst>
          </p:cNvPr>
          <p:cNvSpPr>
            <a:spLocks xmlns:a="http://schemas.openxmlformats.org/drawingml/2006/main" noGrp="1"/>
          </p:cNvSpPr>
          <p:nvPr/>
        </p:nvSpPr>
        <p:spPr>
          <a:xfrm xmlns:a="http://schemas.openxmlformats.org/drawingml/2006/main">
            <a:off x="547688" y="1800225"/>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0 FIFO</a:t>
            </a:r>
          </a:p>
        </p:txBody>
      </p:sp>
      <p:sp>
        <p:nvSpPr>
          <p:cNvPr id="220" name="">
            <a:extLst xmlns:a="http://schemas.openxmlformats.org/drawingml/2006/main">
              <a:ext uri="{FF2B5EF4-FFF2-40B4-BE49-F238E27FC236}">
                <a16:creationId xmlns:a16="http://schemas.microsoft.com/office/drawing/2014/main" id="{75F95B14-E710-4295-B272-4286A50A7FEB}"/>
              </a:ext>
            </a:extLst>
          </p:cNvPr>
          <p:cNvSpPr>
            <a:spLocks xmlns:a="http://schemas.openxmlformats.org/drawingml/2006/main" noGrp="1"/>
          </p:cNvSpPr>
          <p:nvPr/>
        </p:nvSpPr>
        <p:spPr>
          <a:xfrm xmlns:a="http://schemas.openxmlformats.org/drawingml/2006/main">
            <a:off x="2097881" y="1600200"/>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21" name="">
            <a:extLst xmlns:a="http://schemas.openxmlformats.org/drawingml/2006/main">
              <a:ext uri="{FF2B5EF4-FFF2-40B4-BE49-F238E27FC236}">
                <a16:creationId xmlns:a16="http://schemas.microsoft.com/office/drawing/2014/main" id="{B527A059-9477-4EEC-B620-737D3545BD9A}"/>
              </a:ext>
            </a:extLst>
          </p:cNvPr>
          <p:cNvSpPr>
            <a:spLocks xmlns:a="http://schemas.openxmlformats.org/drawingml/2006/main" noGrp="1"/>
          </p:cNvSpPr>
          <p:nvPr/>
        </p:nvSpPr>
        <p:spPr>
          <a:xfrm xmlns:a="http://schemas.openxmlformats.org/drawingml/2006/main">
            <a:off x="2183606" y="1800225"/>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1 Limpieza</a:t>
            </a:r>
          </a:p>
        </p:txBody>
      </p:sp>
      <p:sp>
        <p:nvSpPr>
          <p:cNvPr id="222" name="">
            <a:extLst xmlns:a="http://schemas.openxmlformats.org/drawingml/2006/main">
              <a:ext uri="{FF2B5EF4-FFF2-40B4-BE49-F238E27FC236}">
                <a16:creationId xmlns:a16="http://schemas.microsoft.com/office/drawing/2014/main" id="{8CEA26F8-B044-4E95-A076-74F919B6CA0C}"/>
              </a:ext>
            </a:extLst>
          </p:cNvPr>
          <p:cNvSpPr>
            <a:spLocks xmlns:a="http://schemas.openxmlformats.org/drawingml/2006/main" noGrp="1"/>
          </p:cNvSpPr>
          <p:nvPr/>
        </p:nvSpPr>
        <p:spPr>
          <a:xfrm xmlns:a="http://schemas.openxmlformats.org/drawingml/2006/main">
            <a:off x="3733800" y="1600200"/>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23" name="">
            <a:extLst xmlns:a="http://schemas.openxmlformats.org/drawingml/2006/main">
              <a:ext uri="{FF2B5EF4-FFF2-40B4-BE49-F238E27FC236}">
                <a16:creationId xmlns:a16="http://schemas.microsoft.com/office/drawing/2014/main" id="{AAC21FEF-45BA-47D3-91F3-C298B4965495}"/>
              </a:ext>
            </a:extLst>
          </p:cNvPr>
          <p:cNvSpPr>
            <a:spLocks xmlns:a="http://schemas.openxmlformats.org/drawingml/2006/main" noGrp="1"/>
          </p:cNvSpPr>
          <p:nvPr/>
        </p:nvSpPr>
        <p:spPr>
          <a:xfrm xmlns:a="http://schemas.openxmlformats.org/drawingml/2006/main">
            <a:off x="3819525" y="1800225"/>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2 Heap</a:t>
            </a:r>
          </a:p>
        </p:txBody>
      </p:sp>
      <p:sp>
        <p:nvSpPr>
          <p:cNvPr id="224" name="">
            <a:extLst xmlns:a="http://schemas.openxmlformats.org/drawingml/2006/main">
              <a:ext uri="{FF2B5EF4-FFF2-40B4-BE49-F238E27FC236}">
                <a16:creationId xmlns:a16="http://schemas.microsoft.com/office/drawing/2014/main" id="{1421670B-957A-4583-BBD1-45EF6E08C46F}"/>
              </a:ext>
            </a:extLst>
          </p:cNvPr>
          <p:cNvSpPr>
            <a:spLocks xmlns:a="http://schemas.openxmlformats.org/drawingml/2006/main" noGrp="1"/>
          </p:cNvSpPr>
          <p:nvPr/>
        </p:nvSpPr>
        <p:spPr>
          <a:xfrm xmlns:a="http://schemas.openxmlformats.org/drawingml/2006/main">
            <a:off x="5369719" y="1600200"/>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25" name="">
            <a:extLst xmlns:a="http://schemas.openxmlformats.org/drawingml/2006/main">
              <a:ext uri="{FF2B5EF4-FFF2-40B4-BE49-F238E27FC236}">
                <a16:creationId xmlns:a16="http://schemas.microsoft.com/office/drawing/2014/main" id="{2311BB87-5E2D-4209-BC02-AADA4D7B74A7}"/>
              </a:ext>
            </a:extLst>
          </p:cNvPr>
          <p:cNvSpPr>
            <a:spLocks xmlns:a="http://schemas.openxmlformats.org/drawingml/2006/main" noGrp="1"/>
          </p:cNvSpPr>
          <p:nvPr/>
        </p:nvSpPr>
        <p:spPr>
          <a:xfrm xmlns:a="http://schemas.openxmlformats.org/drawingml/2006/main">
            <a:off x="5455444" y="1800225"/>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3 Hash y CSR</a:t>
            </a:r>
          </a:p>
        </p:txBody>
      </p:sp>
      <p:sp>
        <p:nvSpPr>
          <p:cNvPr id="226" name="">
            <a:extLst xmlns:a="http://schemas.openxmlformats.org/drawingml/2006/main">
              <a:ext uri="{FF2B5EF4-FFF2-40B4-BE49-F238E27FC236}">
                <a16:creationId xmlns:a16="http://schemas.microsoft.com/office/drawing/2014/main" id="{1BF40B2C-C225-4262-8B4D-EBB9B8BA6C56}"/>
              </a:ext>
            </a:extLst>
          </p:cNvPr>
          <p:cNvSpPr>
            <a:spLocks xmlns:a="http://schemas.openxmlformats.org/drawingml/2006/main" noGrp="1"/>
          </p:cNvSpPr>
          <p:nvPr/>
        </p:nvSpPr>
        <p:spPr>
          <a:xfrm xmlns:a="http://schemas.openxmlformats.org/drawingml/2006/main">
            <a:off x="7005638" y="1600200"/>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27" name="">
            <a:extLst xmlns:a="http://schemas.openxmlformats.org/drawingml/2006/main">
              <a:ext uri="{FF2B5EF4-FFF2-40B4-BE49-F238E27FC236}">
                <a16:creationId xmlns:a16="http://schemas.microsoft.com/office/drawing/2014/main" id="{E45B125D-6E59-4C54-91A3-D5225C893A36}"/>
              </a:ext>
            </a:extLst>
          </p:cNvPr>
          <p:cNvSpPr>
            <a:spLocks xmlns:a="http://schemas.openxmlformats.org/drawingml/2006/main" noGrp="1"/>
          </p:cNvSpPr>
          <p:nvPr/>
        </p:nvSpPr>
        <p:spPr>
          <a:xfrm xmlns:a="http://schemas.openxmlformats.org/drawingml/2006/main">
            <a:off x="7091363" y="1800225"/>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4 B+Tree disco</a:t>
            </a:r>
          </a:p>
        </p:txBody>
      </p:sp>
      <p:sp>
        <p:nvSpPr>
          <p:cNvPr id="228" name="">
            <a:extLst xmlns:a="http://schemas.openxmlformats.org/drawingml/2006/main">
              <a:ext uri="{FF2B5EF4-FFF2-40B4-BE49-F238E27FC236}">
                <a16:creationId xmlns:a16="http://schemas.microsoft.com/office/drawing/2014/main" id="{F679946E-0EBD-40DD-8DF6-F39CE6BBC7B9}"/>
              </a:ext>
            </a:extLst>
          </p:cNvPr>
          <p:cNvSpPr>
            <a:spLocks xmlns:a="http://schemas.openxmlformats.org/drawingml/2006/main" noGrp="1"/>
          </p:cNvSpPr>
          <p:nvPr/>
        </p:nvSpPr>
        <p:spPr>
          <a:xfrm xmlns:a="http://schemas.openxmlformats.org/drawingml/2006/main">
            <a:off x="461963" y="2707481"/>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29" name="">
            <a:extLst xmlns:a="http://schemas.openxmlformats.org/drawingml/2006/main">
              <a:ext uri="{FF2B5EF4-FFF2-40B4-BE49-F238E27FC236}">
                <a16:creationId xmlns:a16="http://schemas.microsoft.com/office/drawing/2014/main" id="{03A09BB7-2FA1-47D2-A832-483CCB0EAE21}"/>
              </a:ext>
            </a:extLst>
          </p:cNvPr>
          <p:cNvSpPr>
            <a:spLocks xmlns:a="http://schemas.openxmlformats.org/drawingml/2006/main" noGrp="1"/>
          </p:cNvSpPr>
          <p:nvPr/>
        </p:nvSpPr>
        <p:spPr>
          <a:xfrm xmlns:a="http://schemas.openxmlformats.org/drawingml/2006/main">
            <a:off x="547688" y="2907506"/>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5 KDTree</a:t>
            </a:r>
          </a:p>
        </p:txBody>
      </p:sp>
      <p:sp>
        <p:nvSpPr>
          <p:cNvPr id="230" name="">
            <a:extLst xmlns:a="http://schemas.openxmlformats.org/drawingml/2006/main">
              <a:ext uri="{FF2B5EF4-FFF2-40B4-BE49-F238E27FC236}">
                <a16:creationId xmlns:a16="http://schemas.microsoft.com/office/drawing/2014/main" id="{BB0B2715-55DC-4276-9BCC-07E3EC419680}"/>
              </a:ext>
            </a:extLst>
          </p:cNvPr>
          <p:cNvSpPr>
            <a:spLocks xmlns:a="http://schemas.openxmlformats.org/drawingml/2006/main" noGrp="1"/>
          </p:cNvSpPr>
          <p:nvPr/>
        </p:nvSpPr>
        <p:spPr>
          <a:xfrm xmlns:a="http://schemas.openxmlformats.org/drawingml/2006/main">
            <a:off x="2097881" y="2707481"/>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31" name="">
            <a:extLst xmlns:a="http://schemas.openxmlformats.org/drawingml/2006/main">
              <a:ext uri="{FF2B5EF4-FFF2-40B4-BE49-F238E27FC236}">
                <a16:creationId xmlns:a16="http://schemas.microsoft.com/office/drawing/2014/main" id="{85B05440-BD89-4453-AC12-87297506D756}"/>
              </a:ext>
            </a:extLst>
          </p:cNvPr>
          <p:cNvSpPr>
            <a:spLocks xmlns:a="http://schemas.openxmlformats.org/drawingml/2006/main" noGrp="1"/>
          </p:cNvSpPr>
          <p:nvPr/>
        </p:nvSpPr>
        <p:spPr>
          <a:xfrm xmlns:a="http://schemas.openxmlformats.org/drawingml/2006/main">
            <a:off x="2183606" y="2907506"/>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6 Bloom y CMS</a:t>
            </a:r>
          </a:p>
        </p:txBody>
      </p:sp>
      <p:sp>
        <p:nvSpPr>
          <p:cNvPr id="232" name="">
            <a:extLst xmlns:a="http://schemas.openxmlformats.org/drawingml/2006/main">
              <a:ext uri="{FF2B5EF4-FFF2-40B4-BE49-F238E27FC236}">
                <a16:creationId xmlns:a16="http://schemas.microsoft.com/office/drawing/2014/main" id="{8F256091-3044-4DBC-ADA0-0EA0F8FE862B}"/>
              </a:ext>
            </a:extLst>
          </p:cNvPr>
          <p:cNvSpPr>
            <a:spLocks xmlns:a="http://schemas.openxmlformats.org/drawingml/2006/main" noGrp="1"/>
          </p:cNvSpPr>
          <p:nvPr/>
        </p:nvSpPr>
        <p:spPr>
          <a:xfrm xmlns:a="http://schemas.openxmlformats.org/drawingml/2006/main">
            <a:off x="3733800" y="2707481"/>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33" name="">
            <a:extLst xmlns:a="http://schemas.openxmlformats.org/drawingml/2006/main">
              <a:ext uri="{FF2B5EF4-FFF2-40B4-BE49-F238E27FC236}">
                <a16:creationId xmlns:a16="http://schemas.microsoft.com/office/drawing/2014/main" id="{707960EB-C877-4F2C-BCE0-72BD1E827E79}"/>
              </a:ext>
            </a:extLst>
          </p:cNvPr>
          <p:cNvSpPr>
            <a:spLocks xmlns:a="http://schemas.openxmlformats.org/drawingml/2006/main" noGrp="1"/>
          </p:cNvSpPr>
          <p:nvPr/>
        </p:nvSpPr>
        <p:spPr>
          <a:xfrm xmlns:a="http://schemas.openxmlformats.org/drawingml/2006/main">
            <a:off x="3819525" y="2907506"/>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7 LSH e IVF</a:t>
            </a:r>
          </a:p>
        </p:txBody>
      </p:sp>
      <p:sp>
        <p:nvSpPr>
          <p:cNvPr id="234" name="">
            <a:extLst xmlns:a="http://schemas.openxmlformats.org/drawingml/2006/main">
              <a:ext uri="{FF2B5EF4-FFF2-40B4-BE49-F238E27FC236}">
                <a16:creationId xmlns:a16="http://schemas.microsoft.com/office/drawing/2014/main" id="{35B624E5-ED70-44DB-B511-B319B41B3611}"/>
              </a:ext>
            </a:extLst>
          </p:cNvPr>
          <p:cNvSpPr>
            <a:spLocks xmlns:a="http://schemas.openxmlformats.org/drawingml/2006/main" noGrp="1"/>
          </p:cNvSpPr>
          <p:nvPr/>
        </p:nvSpPr>
        <p:spPr>
          <a:xfrm xmlns:a="http://schemas.openxmlformats.org/drawingml/2006/main">
            <a:off x="5369719" y="2707481"/>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35" name="">
            <a:extLst xmlns:a="http://schemas.openxmlformats.org/drawingml/2006/main">
              <a:ext uri="{FF2B5EF4-FFF2-40B4-BE49-F238E27FC236}">
                <a16:creationId xmlns:a16="http://schemas.microsoft.com/office/drawing/2014/main" id="{7A11E7DB-5B53-47AD-BF1D-3410CBA9FE7A}"/>
              </a:ext>
            </a:extLst>
          </p:cNvPr>
          <p:cNvSpPr>
            <a:spLocks xmlns:a="http://schemas.openxmlformats.org/drawingml/2006/main" noGrp="1"/>
          </p:cNvSpPr>
          <p:nvPr/>
        </p:nvSpPr>
        <p:spPr>
          <a:xfrm xmlns:a="http://schemas.openxmlformats.org/drawingml/2006/main">
            <a:off x="5455444" y="2907506"/>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8 Grafo</a:t>
            </a:r>
          </a:p>
        </p:txBody>
      </p:sp>
      <p:sp>
        <p:nvSpPr>
          <p:cNvPr id="236" name="">
            <a:extLst xmlns:a="http://schemas.openxmlformats.org/drawingml/2006/main">
              <a:ext uri="{FF2B5EF4-FFF2-40B4-BE49-F238E27FC236}">
                <a16:creationId xmlns:a16="http://schemas.microsoft.com/office/drawing/2014/main" id="{CC5FB078-2D5F-4FD7-8E51-E70221664EC2}"/>
              </a:ext>
            </a:extLst>
          </p:cNvPr>
          <p:cNvSpPr>
            <a:spLocks xmlns:a="http://schemas.openxmlformats.org/drawingml/2006/main" noGrp="1"/>
          </p:cNvSpPr>
          <p:nvPr/>
        </p:nvSpPr>
        <p:spPr>
          <a:xfrm xmlns:a="http://schemas.openxmlformats.org/drawingml/2006/main">
            <a:off x="7005638" y="2707481"/>
            <a:ext cx="1485900" cy="678656"/>
          </a:xfrm>
          <a:prstGeom xmlns:a="http://schemas.openxmlformats.org/drawingml/2006/main" prst="rect">
            <a:avLst/>
          </a:prstGeom>
          <a:solidFill xmlns:a="http://schemas.openxmlformats.org/drawingml/2006/main">
            <a:srgbClr val="E2F8FB"/>
          </a:solidFill>
          <a:ln xmlns:a="http://schemas.openxmlformats.org/drawingml/2006/main" w="9525">
            <a:solidFill>
              <a:srgbClr val="00CEE8"/>
            </a:solidFill>
          </a:ln>
        </p:spPr>
      </p:sp>
      <p:sp>
        <p:nvSpPr>
          <p:cNvPr id="237" name="">
            <a:extLst xmlns:a="http://schemas.openxmlformats.org/drawingml/2006/main">
              <a:ext uri="{FF2B5EF4-FFF2-40B4-BE49-F238E27FC236}">
                <a16:creationId xmlns:a16="http://schemas.microsoft.com/office/drawing/2014/main" id="{5E3E9BB8-B092-411B-A4D1-B31EE37B9EBB}"/>
              </a:ext>
            </a:extLst>
          </p:cNvPr>
          <p:cNvSpPr>
            <a:spLocks xmlns:a="http://schemas.openxmlformats.org/drawingml/2006/main" noGrp="1"/>
          </p:cNvSpPr>
          <p:nvPr/>
        </p:nvSpPr>
        <p:spPr>
          <a:xfrm xmlns:a="http://schemas.openxmlformats.org/drawingml/2006/main">
            <a:off x="7091363" y="2907506"/>
            <a:ext cx="1328738"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4E4B4C"/>
                </a:solidFill>
                <a:latin typeface="Arial"/>
                <a:ea typeface="Arial"/>
                <a:cs typeface="Arial"/>
              </a:defRPr>
            </a:defPPr>
            <a:lvl1pPr>
              <a:defRPr sz="1350" b="1">
                <a:solidFill>
                  <a:srgbClr val="4E4B4C"/>
                </a:solidFill>
                <a:latin typeface="Arial"/>
                <a:ea typeface="Arial"/>
                <a:cs typeface="Arial"/>
              </a:defRPr>
            </a:lvl1pPr>
            <a:lvl2pPr>
              <a:defRPr sz="1350" b="1">
                <a:solidFill>
                  <a:srgbClr val="4E4B4C"/>
                </a:solidFill>
                <a:latin typeface="Arial"/>
                <a:ea typeface="Arial"/>
                <a:cs typeface="Arial"/>
              </a:defRPr>
            </a:lvl2pPr>
            <a:lvl3pPr>
              <a:defRPr sz="1350" b="1">
                <a:solidFill>
                  <a:srgbClr val="4E4B4C"/>
                </a:solidFill>
                <a:latin typeface="Arial"/>
                <a:ea typeface="Arial"/>
                <a:cs typeface="Arial"/>
              </a:defRPr>
            </a:lvl3pPr>
            <a:lvl4pPr>
              <a:defRPr sz="1350" b="1">
                <a:solidFill>
                  <a:srgbClr val="4E4B4C"/>
                </a:solidFill>
                <a:latin typeface="Arial"/>
                <a:ea typeface="Arial"/>
                <a:cs typeface="Arial"/>
              </a:defRPr>
            </a:lvl4pPr>
            <a:lvl5pPr>
              <a:defRPr sz="1350" b="1">
                <a:solidFill>
                  <a:srgbClr val="4E4B4C"/>
                </a:solidFill>
                <a:latin typeface="Arial"/>
                <a:ea typeface="Arial"/>
                <a:cs typeface="Arial"/>
              </a:defRPr>
            </a:lvl5pPr>
            <a:lvl6pPr>
              <a:defRPr sz="1350" b="1">
                <a:solidFill>
                  <a:srgbClr val="4E4B4C"/>
                </a:solidFill>
                <a:latin typeface="Arial"/>
                <a:ea typeface="Arial"/>
                <a:cs typeface="Arial"/>
              </a:defRPr>
            </a:lvl6pPr>
            <a:lvl7pPr>
              <a:defRPr sz="1350" b="1">
                <a:solidFill>
                  <a:srgbClr val="4E4B4C"/>
                </a:solidFill>
                <a:latin typeface="Arial"/>
                <a:ea typeface="Arial"/>
                <a:cs typeface="Arial"/>
              </a:defRPr>
            </a:lvl7pPr>
            <a:lvl8pPr>
              <a:defRPr sz="1350" b="1">
                <a:solidFill>
                  <a:srgbClr val="4E4B4C"/>
                </a:solidFill>
                <a:latin typeface="Arial"/>
                <a:ea typeface="Arial"/>
                <a:cs typeface="Arial"/>
              </a:defRPr>
            </a:lvl8pPr>
            <a:lvl9pPr>
              <a:defRPr sz="1350" b="1">
                <a:solidFill>
                  <a:srgbClr val="4E4B4C"/>
                </a:solidFill>
                <a:latin typeface="Arial"/>
                <a:ea typeface="Arial"/>
                <a:cs typeface="Arial"/>
              </a:defRPr>
            </a:lvl9pPr>
          </a:lstStyle>
          <a:p xmlns:a="http://schemas.openxmlformats.org/drawingml/2006/main">
            <a:pPr>
              <a:defRPr sz="1350" b="1">
                <a:solidFill>
                  <a:srgbClr val="4E4B4C"/>
                </a:solidFill>
                <a:latin typeface="Arial"/>
                <a:ea typeface="Arial"/>
                <a:cs typeface="Arial"/>
              </a:defRPr>
            </a:pPr>
            <a:r>
              <a:rPr sz="1350" b="1">
                <a:solidFill>
                  <a:srgbClr val="4E4B4C"/>
                </a:solidFill>
                <a:latin typeface="Arial"/>
                <a:ea typeface="Arial"/>
                <a:cs typeface="Arial"/>
              </a:rPr>
              <a:t>9 Servicio</a:t>
            </a:r>
          </a:p>
        </p:txBody>
      </p:sp>
      <p:sp>
        <p:nvSpPr>
          <p:cNvPr id="238" name="">
            <a:extLst xmlns:a="http://schemas.openxmlformats.org/drawingml/2006/main">
              <a:ext uri="{FF2B5EF4-FFF2-40B4-BE49-F238E27FC236}">
                <a16:creationId xmlns:a16="http://schemas.microsoft.com/office/drawing/2014/main" id="{F8AEC223-CB49-4CC2-A3BB-2406B69F2B43}"/>
              </a:ext>
            </a:extLst>
          </p:cNvPr>
          <p:cNvSpPr>
            <a:spLocks xmlns:a="http://schemas.openxmlformats.org/drawingml/2006/main" noGrp="1"/>
          </p:cNvSpPr>
          <p:nvPr/>
        </p:nvSpPr>
        <p:spPr>
          <a:xfrm xmlns:a="http://schemas.openxmlformats.org/drawingml/2006/main">
            <a:off x="476250" y="4086225"/>
            <a:ext cx="785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63" b="0">
                <a:solidFill>
                  <a:srgbClr val="4E4B4C"/>
                </a:solidFill>
                <a:latin typeface="Arial"/>
                <a:ea typeface="Arial"/>
                <a:cs typeface="Arial"/>
              </a:defRPr>
            </a:defPPr>
            <a:lvl1pPr>
              <a:defRPr sz="1463" b="0">
                <a:solidFill>
                  <a:srgbClr val="4E4B4C"/>
                </a:solidFill>
                <a:latin typeface="Arial"/>
                <a:ea typeface="Arial"/>
                <a:cs typeface="Arial"/>
              </a:defRPr>
            </a:lvl1pPr>
            <a:lvl2pPr>
              <a:defRPr sz="1463" b="0">
                <a:solidFill>
                  <a:srgbClr val="4E4B4C"/>
                </a:solidFill>
                <a:latin typeface="Arial"/>
                <a:ea typeface="Arial"/>
                <a:cs typeface="Arial"/>
              </a:defRPr>
            </a:lvl2pPr>
            <a:lvl3pPr>
              <a:defRPr sz="1463" b="0">
                <a:solidFill>
                  <a:srgbClr val="4E4B4C"/>
                </a:solidFill>
                <a:latin typeface="Arial"/>
                <a:ea typeface="Arial"/>
                <a:cs typeface="Arial"/>
              </a:defRPr>
            </a:lvl3pPr>
            <a:lvl4pPr>
              <a:defRPr sz="1463" b="0">
                <a:solidFill>
                  <a:srgbClr val="4E4B4C"/>
                </a:solidFill>
                <a:latin typeface="Arial"/>
                <a:ea typeface="Arial"/>
                <a:cs typeface="Arial"/>
              </a:defRPr>
            </a:lvl4pPr>
            <a:lvl5pPr>
              <a:defRPr sz="1463" b="0">
                <a:solidFill>
                  <a:srgbClr val="4E4B4C"/>
                </a:solidFill>
                <a:latin typeface="Arial"/>
                <a:ea typeface="Arial"/>
                <a:cs typeface="Arial"/>
              </a:defRPr>
            </a:lvl5pPr>
            <a:lvl6pPr>
              <a:defRPr sz="1463" b="0">
                <a:solidFill>
                  <a:srgbClr val="4E4B4C"/>
                </a:solidFill>
                <a:latin typeface="Arial"/>
                <a:ea typeface="Arial"/>
                <a:cs typeface="Arial"/>
              </a:defRPr>
            </a:lvl6pPr>
            <a:lvl7pPr>
              <a:defRPr sz="1463" b="0">
                <a:solidFill>
                  <a:srgbClr val="4E4B4C"/>
                </a:solidFill>
                <a:latin typeface="Arial"/>
                <a:ea typeface="Arial"/>
                <a:cs typeface="Arial"/>
              </a:defRPr>
            </a:lvl7pPr>
            <a:lvl8pPr>
              <a:defRPr sz="1463" b="0">
                <a:solidFill>
                  <a:srgbClr val="4E4B4C"/>
                </a:solidFill>
                <a:latin typeface="Arial"/>
                <a:ea typeface="Arial"/>
                <a:cs typeface="Arial"/>
              </a:defRPr>
            </a:lvl8pPr>
            <a:lvl9pPr>
              <a:defRPr sz="1463" b="0">
                <a:solidFill>
                  <a:srgbClr val="4E4B4C"/>
                </a:solidFill>
                <a:latin typeface="Arial"/>
                <a:ea typeface="Arial"/>
                <a:cs typeface="Arial"/>
              </a:defRPr>
            </a:lvl9pPr>
          </a:lstStyle>
          <a:p xmlns:a="http://schemas.openxmlformats.org/drawingml/2006/main">
            <a:pPr>
              <a:defRPr sz="1463" b="0">
                <a:solidFill>
                  <a:srgbClr val="4E4B4C"/>
                </a:solidFill>
                <a:latin typeface="Arial"/>
                <a:ea typeface="Arial"/>
                <a:cs typeface="Arial"/>
              </a:defRPr>
            </a:pPr>
            <a:r>
              <a:rPr sz="1463" b="0">
                <a:solidFill>
                  <a:srgbClr val="4E4B4C"/>
                </a:solidFill>
                <a:latin typeface="Arial"/>
                <a:ea typeface="Arial"/>
                <a:cs typeface="Arial"/>
              </a:rPr>
              <a:t>El servicio combina similitud, popularidad, co-compra e influencia.</a:t>
            </a:r>
          </a:p>
          <a:p xmlns:a="http://schemas.openxmlformats.org/drawingml/2006/main">
            <a:pPr>
              <a:defRPr sz="1463" b="0">
                <a:solidFill>
                  <a:srgbClr val="4E4B4C"/>
                </a:solidFill>
                <a:latin typeface="Arial"/>
                <a:ea typeface="Arial"/>
                <a:cs typeface="Arial"/>
              </a:defRPr>
            </a:pPr>
            <a:r>
              <a:rPr sz="1463" b="0">
                <a:solidFill>
                  <a:srgbClr val="4E4B4C"/>
                </a:solidFill>
                <a:latin typeface="Arial"/>
                <a:ea typeface="Arial"/>
                <a:cs typeface="Arial"/>
              </a:rPr>
              <a:t>Los contadores y trazas permiten observar la participación de cada etapa.</a:t>
            </a:r>
          </a:p>
        </p:txBody>
      </p:sp>
    </p:spTree>
    <p:extLst>
      <p:ext uri="{BB962C8B-B14F-4D97-AF65-F5344CB8AC3E}">
        <p14:creationId xmlns:p14="http://schemas.microsoft.com/office/powerpoint/2010/main" val="15084819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EE5B3003-2C54-13C6-9832-7637201064DE}" type="slidenum">
              <a:t>5</a:t>
            </a:fld>
            <a:endParaRPr/>
          </a:p>
        </p:txBody>
      </p:sp>
      <p:sp>
        <p:nvSpPr>
          <p:cNvPr id="217" name="">
            <a:extLst xmlns:a="http://schemas.openxmlformats.org/drawingml/2006/main">
              <a:ext uri="{FF2B5EF4-FFF2-40B4-BE49-F238E27FC236}">
                <a16:creationId xmlns:a16="http://schemas.microsoft.com/office/drawing/2014/main" id="{80012B6F-576D-4EE3-811A-24AB5F6A0F37}"/>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Prioridades y estado exacto</a:t>
            </a:r>
          </a:p>
        </p:txBody>
      </p:sp>
      <p:sp>
        <p:nvSpPr>
          <p:cNvPr id="218" name="">
            <a:extLst xmlns:a="http://schemas.openxmlformats.org/drawingml/2006/main">
              <a:ext uri="{FF2B5EF4-FFF2-40B4-BE49-F238E27FC236}">
                <a16:creationId xmlns:a16="http://schemas.microsoft.com/office/drawing/2014/main" id="{17A74B01-681E-41EC-858C-7D2FCB9D5100}"/>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Ingreso y limpieza</a:t>
            </a:r>
          </a:p>
        </p:txBody>
      </p:sp>
      <p:sp>
        <p:nvSpPr>
          <p:cNvPr id="219" name="">
            <a:extLst xmlns:a="http://schemas.openxmlformats.org/drawingml/2006/main">
              <a:ext uri="{FF2B5EF4-FFF2-40B4-BE49-F238E27FC236}">
                <a16:creationId xmlns:a16="http://schemas.microsoft.com/office/drawing/2014/main" id="{DE59F04C-9EFF-437A-A613-A1140611F313}"/>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FIFO por microlote. Normalización, ordenación y búsqueda binaria.</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Digest de contenido y verificación exacta para retransmisiones.</a:t>
            </a:r>
          </a:p>
        </p:txBody>
      </p:sp>
      <p:sp>
        <p:nvSpPr>
          <p:cNvPr id="220" name="">
            <a:extLst xmlns:a="http://schemas.openxmlformats.org/drawingml/2006/main">
              <a:ext uri="{FF2B5EF4-FFF2-40B4-BE49-F238E27FC236}">
                <a16:creationId xmlns:a16="http://schemas.microsoft.com/office/drawing/2014/main" id="{B5CDCF79-880B-452E-9E1B-1FCF25A6B516}"/>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Urgencia y almacenamiento</a:t>
            </a:r>
          </a:p>
        </p:txBody>
      </p:sp>
      <p:sp>
        <p:nvSpPr>
          <p:cNvPr id="221" name="">
            <a:extLst xmlns:a="http://schemas.openxmlformats.org/drawingml/2006/main">
              <a:ext uri="{FF2B5EF4-FFF2-40B4-BE49-F238E27FC236}">
                <a16:creationId xmlns:a16="http://schemas.microsoft.com/office/drawing/2014/main" id="{5F53D53D-2243-4F2F-B3D9-10629D999A75}"/>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Heap estable para alertas, compras y navegación.</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SQLite conserva historial exacto e interacciones sin retener eventos completos.</a:t>
            </a:r>
          </a:p>
        </p:txBody>
      </p:sp>
      <p:sp>
        <p:nvSpPr>
          <p:cNvPr id="222" name="">
            <a:extLst xmlns:a="http://schemas.openxmlformats.org/drawingml/2006/main">
              <a:ext uri="{FF2B5EF4-FFF2-40B4-BE49-F238E27FC236}">
                <a16:creationId xmlns:a16="http://schemas.microsoft.com/office/drawing/2014/main" id="{95252EB4-F4B9-4F4C-B186-4B1F49F072AD}"/>
              </a:ext>
            </a:extLst>
          </p:cNvPr>
          <p:cNvSpPr>
            <a:spLocks xmlns:a="http://schemas.openxmlformats.org/drawingml/2006/main" noGrp="1"/>
          </p:cNvSpPr>
          <p:nvPr/>
        </p:nvSpPr>
        <p:spPr>
          <a:xfrm xmlns:a="http://schemas.openxmlformats.org/drawingml/2006/main">
            <a:off x="476250" y="4207669"/>
            <a:ext cx="792956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1">
                <a:solidFill>
                  <a:srgbClr val="00B6D1"/>
                </a:solidFill>
                <a:latin typeface="Arial"/>
                <a:ea typeface="Arial"/>
                <a:cs typeface="Arial"/>
              </a:defRPr>
            </a:defPPr>
            <a:lvl1pPr>
              <a:defRPr sz="1406" b="1">
                <a:solidFill>
                  <a:srgbClr val="00B6D1"/>
                </a:solidFill>
                <a:latin typeface="Arial"/>
                <a:ea typeface="Arial"/>
                <a:cs typeface="Arial"/>
              </a:defRPr>
            </a:lvl1pPr>
            <a:lvl2pPr>
              <a:defRPr sz="1406" b="1">
                <a:solidFill>
                  <a:srgbClr val="00B6D1"/>
                </a:solidFill>
                <a:latin typeface="Arial"/>
                <a:ea typeface="Arial"/>
                <a:cs typeface="Arial"/>
              </a:defRPr>
            </a:lvl2pPr>
            <a:lvl3pPr>
              <a:defRPr sz="1406" b="1">
                <a:solidFill>
                  <a:srgbClr val="00B6D1"/>
                </a:solidFill>
                <a:latin typeface="Arial"/>
                <a:ea typeface="Arial"/>
                <a:cs typeface="Arial"/>
              </a:defRPr>
            </a:lvl3pPr>
            <a:lvl4pPr>
              <a:defRPr sz="1406" b="1">
                <a:solidFill>
                  <a:srgbClr val="00B6D1"/>
                </a:solidFill>
                <a:latin typeface="Arial"/>
                <a:ea typeface="Arial"/>
                <a:cs typeface="Arial"/>
              </a:defRPr>
            </a:lvl4pPr>
            <a:lvl5pPr>
              <a:defRPr sz="1406" b="1">
                <a:solidFill>
                  <a:srgbClr val="00B6D1"/>
                </a:solidFill>
                <a:latin typeface="Arial"/>
                <a:ea typeface="Arial"/>
                <a:cs typeface="Arial"/>
              </a:defRPr>
            </a:lvl5pPr>
            <a:lvl6pPr>
              <a:defRPr sz="1406" b="1">
                <a:solidFill>
                  <a:srgbClr val="00B6D1"/>
                </a:solidFill>
                <a:latin typeface="Arial"/>
                <a:ea typeface="Arial"/>
                <a:cs typeface="Arial"/>
              </a:defRPr>
            </a:lvl6pPr>
            <a:lvl7pPr>
              <a:defRPr sz="1406" b="1">
                <a:solidFill>
                  <a:srgbClr val="00B6D1"/>
                </a:solidFill>
                <a:latin typeface="Arial"/>
                <a:ea typeface="Arial"/>
                <a:cs typeface="Arial"/>
              </a:defRPr>
            </a:lvl7pPr>
            <a:lvl8pPr>
              <a:defRPr sz="1406" b="1">
                <a:solidFill>
                  <a:srgbClr val="00B6D1"/>
                </a:solidFill>
                <a:latin typeface="Arial"/>
                <a:ea typeface="Arial"/>
                <a:cs typeface="Arial"/>
              </a:defRPr>
            </a:lvl8pPr>
            <a:lvl9pPr>
              <a:defRPr sz="1406" b="1">
                <a:solidFill>
                  <a:srgbClr val="00B6D1"/>
                </a:solidFill>
                <a:latin typeface="Arial"/>
                <a:ea typeface="Arial"/>
                <a:cs typeface="Arial"/>
              </a:defRPr>
            </a:lvl9pPr>
          </a:lstStyle>
          <a:p xmlns:a="http://schemas.openxmlformats.org/drawingml/2006/main">
            <a:pPr>
              <a:defRPr sz="1406" b="1">
                <a:solidFill>
                  <a:srgbClr val="00B6D1"/>
                </a:solidFill>
                <a:latin typeface="Arial"/>
                <a:ea typeface="Arial"/>
                <a:cs typeface="Arial"/>
              </a:defRPr>
            </a:pPr>
            <a:r>
              <a:rPr sz="1406" b="1">
                <a:solidFill>
                  <a:srgbClr val="00B6D1"/>
                </a:solidFill>
                <a:latin typeface="Arial"/>
                <a:ea typeface="Arial"/>
                <a:cs typeface="Arial"/>
              </a:rPr>
              <a:t>CSR para popularidad · LRU para consulta · B+Tree por páginas de 4096 bytes</a:t>
            </a:r>
          </a:p>
        </p:txBody>
      </p:sp>
    </p:spTree>
    <p:extLst>
      <p:ext uri="{BB962C8B-B14F-4D97-AF65-F5344CB8AC3E}">
        <p14:creationId xmlns:p14="http://schemas.microsoft.com/office/powerpoint/2010/main" val="15084819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8C630A04-5A25-9E0C-9436-126091DB86B3}" type="slidenum">
              <a:t>6</a:t>
            </a:fld>
            <a:endParaRPr/>
          </a:p>
        </p:txBody>
      </p:sp>
      <p:sp>
        <p:nvSpPr>
          <p:cNvPr id="217" name="">
            <a:extLst xmlns:a="http://schemas.openxmlformats.org/drawingml/2006/main">
              <a:ext uri="{FF2B5EF4-FFF2-40B4-BE49-F238E27FC236}">
                <a16:creationId xmlns:a16="http://schemas.microsoft.com/office/drawing/2014/main" id="{FD314A66-FD90-435C-A8CD-43CA27C6F31C}"/>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Bloom y Count-Min Sketch</a:t>
            </a:r>
          </a:p>
        </p:txBody>
      </p:sp>
      <p:sp>
        <p:nvSpPr>
          <p:cNvPr id="218" name="">
            <a:extLst xmlns:a="http://schemas.openxmlformats.org/drawingml/2006/main">
              <a:ext uri="{FF2B5EF4-FFF2-40B4-BE49-F238E27FC236}">
                <a16:creationId xmlns:a16="http://schemas.microsoft.com/office/drawing/2014/main" id="{F120C3C5-0E8B-4073-8B40-E670F06E0FCC}"/>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Pertenencia aproximada</a:t>
            </a:r>
          </a:p>
        </p:txBody>
      </p:sp>
      <p:sp>
        <p:nvSpPr>
          <p:cNvPr id="219" name="">
            <a:extLst xmlns:a="http://schemas.openxmlformats.org/drawingml/2006/main">
              <a:ext uri="{FF2B5EF4-FFF2-40B4-BE49-F238E27FC236}">
                <a16:creationId xmlns:a16="http://schemas.microsoft.com/office/drawing/2014/main" id="{88F0A092-30CD-4783-93BF-AFFBFF0EA913}"/>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Bloom descarta ausencias y exige verificar positivos.</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El estado exacto se conserva en disco; el ahorro no equivale al filtro aislado.</a:t>
            </a:r>
          </a:p>
        </p:txBody>
      </p:sp>
      <p:sp>
        <p:nvSpPr>
          <p:cNvPr id="220" name="">
            <a:extLst xmlns:a="http://schemas.openxmlformats.org/drawingml/2006/main">
              <a:ext uri="{FF2B5EF4-FFF2-40B4-BE49-F238E27FC236}">
                <a16:creationId xmlns:a16="http://schemas.microsoft.com/office/drawing/2014/main" id="{4181152E-7C3F-429C-B91A-F67116FD475A}"/>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Frecuencia por usuario y hora</a:t>
            </a:r>
          </a:p>
        </p:txBody>
      </p:sp>
      <p:sp>
        <p:nvSpPr>
          <p:cNvPr id="221" name="">
            <a:extLst xmlns:a="http://schemas.openxmlformats.org/drawingml/2006/main">
              <a:ext uri="{FF2B5EF4-FFF2-40B4-BE49-F238E27FC236}">
                <a16:creationId xmlns:a16="http://schemas.microsoft.com/office/drawing/2014/main" id="{DAFC409E-7B14-48CE-BB0D-70D05793322C}"/>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CMS puede sobreestimar. Umbral 10, epsilon 1e-5 y delta 0,01.</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La alerta solo se emite cuando el conteo exacto alcanza el umbral.</a:t>
            </a:r>
          </a:p>
        </p:txBody>
      </p:sp>
      <p:sp>
        <p:nvSpPr>
          <p:cNvPr id="222" name="">
            <a:extLst xmlns:a="http://schemas.openxmlformats.org/drawingml/2006/main">
              <a:ext uri="{FF2B5EF4-FFF2-40B4-BE49-F238E27FC236}">
                <a16:creationId xmlns:a16="http://schemas.microsoft.com/office/drawing/2014/main" id="{19F88004-9342-43B1-AECC-24181499CA07}"/>
              </a:ext>
            </a:extLst>
          </p:cNvPr>
          <p:cNvSpPr>
            <a:spLocks xmlns:a="http://schemas.openxmlformats.org/drawingml/2006/main" noGrp="1"/>
          </p:cNvSpPr>
          <p:nvPr/>
        </p:nvSpPr>
        <p:spPr>
          <a:xfrm xmlns:a="http://schemas.openxmlformats.org/drawingml/2006/main">
            <a:off x="476250" y="4171950"/>
            <a:ext cx="7858125"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44" b="1">
                <a:solidFill>
                  <a:srgbClr val="00B6D1"/>
                </a:solidFill>
                <a:latin typeface="Arial"/>
                <a:ea typeface="Arial"/>
                <a:cs typeface="Arial"/>
              </a:defRPr>
            </a:defPPr>
            <a:lvl1pPr>
              <a:defRPr sz="1744" b="1">
                <a:solidFill>
                  <a:srgbClr val="00B6D1"/>
                </a:solidFill>
                <a:latin typeface="Arial"/>
                <a:ea typeface="Arial"/>
                <a:cs typeface="Arial"/>
              </a:defRPr>
            </a:lvl1pPr>
            <a:lvl2pPr>
              <a:defRPr sz="1744" b="1">
                <a:solidFill>
                  <a:srgbClr val="00B6D1"/>
                </a:solidFill>
                <a:latin typeface="Arial"/>
                <a:ea typeface="Arial"/>
                <a:cs typeface="Arial"/>
              </a:defRPr>
            </a:lvl2pPr>
            <a:lvl3pPr>
              <a:defRPr sz="1744" b="1">
                <a:solidFill>
                  <a:srgbClr val="00B6D1"/>
                </a:solidFill>
                <a:latin typeface="Arial"/>
                <a:ea typeface="Arial"/>
                <a:cs typeface="Arial"/>
              </a:defRPr>
            </a:lvl3pPr>
            <a:lvl4pPr>
              <a:defRPr sz="1744" b="1">
                <a:solidFill>
                  <a:srgbClr val="00B6D1"/>
                </a:solidFill>
                <a:latin typeface="Arial"/>
                <a:ea typeface="Arial"/>
                <a:cs typeface="Arial"/>
              </a:defRPr>
            </a:lvl4pPr>
            <a:lvl5pPr>
              <a:defRPr sz="1744" b="1">
                <a:solidFill>
                  <a:srgbClr val="00B6D1"/>
                </a:solidFill>
                <a:latin typeface="Arial"/>
                <a:ea typeface="Arial"/>
                <a:cs typeface="Arial"/>
              </a:defRPr>
            </a:lvl5pPr>
            <a:lvl6pPr>
              <a:defRPr sz="1744" b="1">
                <a:solidFill>
                  <a:srgbClr val="00B6D1"/>
                </a:solidFill>
                <a:latin typeface="Arial"/>
                <a:ea typeface="Arial"/>
                <a:cs typeface="Arial"/>
              </a:defRPr>
            </a:lvl6pPr>
            <a:lvl7pPr>
              <a:defRPr sz="1744" b="1">
                <a:solidFill>
                  <a:srgbClr val="00B6D1"/>
                </a:solidFill>
                <a:latin typeface="Arial"/>
                <a:ea typeface="Arial"/>
                <a:cs typeface="Arial"/>
              </a:defRPr>
            </a:lvl7pPr>
            <a:lvl8pPr>
              <a:defRPr sz="1744" b="1">
                <a:solidFill>
                  <a:srgbClr val="00B6D1"/>
                </a:solidFill>
                <a:latin typeface="Arial"/>
                <a:ea typeface="Arial"/>
                <a:cs typeface="Arial"/>
              </a:defRPr>
            </a:lvl8pPr>
            <a:lvl9pPr>
              <a:defRPr sz="1744" b="1">
                <a:solidFill>
                  <a:srgbClr val="00B6D1"/>
                </a:solidFill>
                <a:latin typeface="Arial"/>
                <a:ea typeface="Arial"/>
                <a:cs typeface="Arial"/>
              </a:defRPr>
            </a:lvl9pPr>
          </a:lstStyle>
          <a:p xmlns:a="http://schemas.openxmlformats.org/drawingml/2006/main">
            <a:pPr>
              <a:defRPr sz="1744" b="1">
                <a:solidFill>
                  <a:srgbClr val="00B6D1"/>
                </a:solidFill>
                <a:latin typeface="Arial"/>
                <a:ea typeface="Arial"/>
                <a:cs typeface="Arial"/>
              </a:defRPr>
            </a:pPr>
            <a:r>
              <a:rPr sz="1744" b="1">
                <a:solidFill>
                  <a:srgbClr val="00B6D1"/>
                </a:solidFill>
                <a:latin typeface="Arial"/>
                <a:ea typeface="Arial"/>
                <a:cs typeface="Arial"/>
              </a:rPr>
              <a:t>83 alertas confirmadas en la ejecución real de 10M</a:t>
            </a:r>
          </a:p>
        </p:txBody>
      </p:sp>
    </p:spTree>
    <p:extLst>
      <p:ext uri="{BB962C8B-B14F-4D97-AF65-F5344CB8AC3E}">
        <p14:creationId xmlns:p14="http://schemas.microsoft.com/office/powerpoint/2010/main" val="15084819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D3D7D1C8-AE23-AA48-DF65-C742588DBE47}" type="slidenum">
              <a:t>7</a:t>
            </a:fld>
            <a:endParaRPr/>
          </a:p>
        </p:txBody>
      </p:sp>
      <p:sp>
        <p:nvSpPr>
          <p:cNvPr id="217" name="">
            <a:extLst xmlns:a="http://schemas.openxmlformats.org/drawingml/2006/main">
              <a:ext uri="{FF2B5EF4-FFF2-40B4-BE49-F238E27FC236}">
                <a16:creationId xmlns:a16="http://schemas.microsoft.com/office/drawing/2014/main" id="{C59DEC6F-9138-43D8-9284-701D11CD8E68}"/>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Conjuntos con MinHash y LSH</a:t>
            </a:r>
          </a:p>
        </p:txBody>
      </p:sp>
      <p:sp>
        <p:nvSpPr>
          <p:cNvPr id="218" name="">
            <a:extLst xmlns:a="http://schemas.openxmlformats.org/drawingml/2006/main">
              <a:ext uri="{FF2B5EF4-FFF2-40B4-BE49-F238E27FC236}">
                <a16:creationId xmlns:a16="http://schemas.microsoft.com/office/drawing/2014/main" id="{61A7D830-C61A-4833-818D-EBA5A51AE0E9}"/>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Representación</a:t>
            </a:r>
          </a:p>
        </p:txBody>
      </p:sp>
      <p:sp>
        <p:nvSpPr>
          <p:cNvPr id="219" name="">
            <a:extLst xmlns:a="http://schemas.openxmlformats.org/drawingml/2006/main">
              <a:ext uri="{FF2B5EF4-FFF2-40B4-BE49-F238E27FC236}">
                <a16:creationId xmlns:a16="http://schemas.microsoft.com/office/drawing/2014/main" id="{DFF8FF95-7D6D-4AB0-817D-FC0A99DE9BA9}"/>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Marca, categoría e intervalo de precio forman un conjunto por producto.</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Jaccard mide atributos compartidos; no es distancia vectorial.</a:t>
            </a:r>
          </a:p>
        </p:txBody>
      </p:sp>
      <p:sp>
        <p:nvSpPr>
          <p:cNvPr id="220" name="">
            <a:extLst xmlns:a="http://schemas.openxmlformats.org/drawingml/2006/main">
              <a:ext uri="{FF2B5EF4-FFF2-40B4-BE49-F238E27FC236}">
                <a16:creationId xmlns:a16="http://schemas.microsoft.com/office/drawing/2014/main" id="{E773EE4B-C859-4C3B-8D99-B78329E4A9AC}"/>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Candidatos y calidad</a:t>
            </a:r>
          </a:p>
        </p:txBody>
      </p:sp>
      <p:sp>
        <p:nvSpPr>
          <p:cNvPr id="221" name="">
            <a:extLst xmlns:a="http://schemas.openxmlformats.org/drawingml/2006/main">
              <a:ext uri="{FF2B5EF4-FFF2-40B4-BE49-F238E27FC236}">
                <a16:creationId xmlns:a16="http://schemas.microsoft.com/office/drawing/2014/main" id="{52591BD0-55FF-4EA9-8D1F-129A92F53AB1}"/>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32 componentes, ocho bandas, cuatro filas.</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LSH genera candidatos y Jaccard exacto los ordena.</a:t>
            </a:r>
          </a:p>
        </p:txBody>
      </p:sp>
      <p:sp>
        <p:nvSpPr>
          <p:cNvPr id="222" name="">
            <a:extLst xmlns:a="http://schemas.openxmlformats.org/drawingml/2006/main">
              <a:ext uri="{FF2B5EF4-FFF2-40B4-BE49-F238E27FC236}">
                <a16:creationId xmlns:a16="http://schemas.microsoft.com/office/drawing/2014/main" id="{4E53BB0A-80A7-4CE3-A7B2-4DF329F03EEA}"/>
              </a:ext>
            </a:extLst>
          </p:cNvPr>
          <p:cNvSpPr>
            <a:spLocks xmlns:a="http://schemas.openxmlformats.org/drawingml/2006/main" noGrp="1"/>
          </p:cNvSpPr>
          <p:nvPr/>
        </p:nvSpPr>
        <p:spPr>
          <a:xfrm xmlns:a="http://schemas.openxmlformats.org/drawingml/2006/main">
            <a:off x="476250" y="4171950"/>
            <a:ext cx="7858125"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88" b="1">
                <a:solidFill>
                  <a:srgbClr val="00B6D1"/>
                </a:solidFill>
                <a:latin typeface="Arial"/>
                <a:ea typeface="Arial"/>
                <a:cs typeface="Arial"/>
              </a:defRPr>
            </a:defPPr>
            <a:lvl1pPr>
              <a:defRPr sz="1688" b="1">
                <a:solidFill>
                  <a:srgbClr val="00B6D1"/>
                </a:solidFill>
                <a:latin typeface="Arial"/>
                <a:ea typeface="Arial"/>
                <a:cs typeface="Arial"/>
              </a:defRPr>
            </a:lvl1pPr>
            <a:lvl2pPr>
              <a:defRPr sz="1688" b="1">
                <a:solidFill>
                  <a:srgbClr val="00B6D1"/>
                </a:solidFill>
                <a:latin typeface="Arial"/>
                <a:ea typeface="Arial"/>
                <a:cs typeface="Arial"/>
              </a:defRPr>
            </a:lvl2pPr>
            <a:lvl3pPr>
              <a:defRPr sz="1688" b="1">
                <a:solidFill>
                  <a:srgbClr val="00B6D1"/>
                </a:solidFill>
                <a:latin typeface="Arial"/>
                <a:ea typeface="Arial"/>
                <a:cs typeface="Arial"/>
              </a:defRPr>
            </a:lvl3pPr>
            <a:lvl4pPr>
              <a:defRPr sz="1688" b="1">
                <a:solidFill>
                  <a:srgbClr val="00B6D1"/>
                </a:solidFill>
                <a:latin typeface="Arial"/>
                <a:ea typeface="Arial"/>
                <a:cs typeface="Arial"/>
              </a:defRPr>
            </a:lvl4pPr>
            <a:lvl5pPr>
              <a:defRPr sz="1688" b="1">
                <a:solidFill>
                  <a:srgbClr val="00B6D1"/>
                </a:solidFill>
                <a:latin typeface="Arial"/>
                <a:ea typeface="Arial"/>
                <a:cs typeface="Arial"/>
              </a:defRPr>
            </a:lvl5pPr>
            <a:lvl6pPr>
              <a:defRPr sz="1688" b="1">
                <a:solidFill>
                  <a:srgbClr val="00B6D1"/>
                </a:solidFill>
                <a:latin typeface="Arial"/>
                <a:ea typeface="Arial"/>
                <a:cs typeface="Arial"/>
              </a:defRPr>
            </a:lvl6pPr>
            <a:lvl7pPr>
              <a:defRPr sz="1688" b="1">
                <a:solidFill>
                  <a:srgbClr val="00B6D1"/>
                </a:solidFill>
                <a:latin typeface="Arial"/>
                <a:ea typeface="Arial"/>
                <a:cs typeface="Arial"/>
              </a:defRPr>
            </a:lvl7pPr>
            <a:lvl8pPr>
              <a:defRPr sz="1688" b="1">
                <a:solidFill>
                  <a:srgbClr val="00B6D1"/>
                </a:solidFill>
                <a:latin typeface="Arial"/>
                <a:ea typeface="Arial"/>
                <a:cs typeface="Arial"/>
              </a:defRPr>
            </a:lvl8pPr>
            <a:lvl9pPr>
              <a:defRPr sz="1688" b="1">
                <a:solidFill>
                  <a:srgbClr val="00B6D1"/>
                </a:solidFill>
                <a:latin typeface="Arial"/>
                <a:ea typeface="Arial"/>
                <a:cs typeface="Arial"/>
              </a:defRPr>
            </a:lvl9pPr>
          </a:lstStyle>
          <a:p xmlns:a="http://schemas.openxmlformats.org/drawingml/2006/main">
            <a:pPr>
              <a:defRPr sz="1688" b="1">
                <a:solidFill>
                  <a:srgbClr val="00B6D1"/>
                </a:solidFill>
                <a:latin typeface="Arial"/>
                <a:ea typeface="Arial"/>
                <a:cs typeface="Arial"/>
              </a:defRPr>
            </a:pPr>
            <a:r>
              <a:rPr sz="1688" b="1">
                <a:solidFill>
                  <a:srgbClr val="00B6D1"/>
                </a:solidFill>
                <a:latin typeface="Arial"/>
                <a:ea typeface="Arial"/>
                <a:cs typeface="Arial"/>
              </a:rPr>
              <a:t>Recall@5 en 100K: 78.0% en la muestra de 20 consultas</a:t>
            </a:r>
          </a:p>
        </p:txBody>
      </p:sp>
    </p:spTree>
    <p:extLst>
      <p:ext uri="{BB962C8B-B14F-4D97-AF65-F5344CB8AC3E}">
        <p14:creationId xmlns:p14="http://schemas.microsoft.com/office/powerpoint/2010/main" val="15084819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BA58DA2A-B818-18A9-29C1-B697728D5BCE}" type="slidenum">
              <a:t>8</a:t>
            </a:fld>
            <a:endParaRPr/>
          </a:p>
        </p:txBody>
      </p:sp>
      <p:sp>
        <p:nvSpPr>
          <p:cNvPr id="217" name="">
            <a:extLst xmlns:a="http://schemas.openxmlformats.org/drawingml/2006/main">
              <a:ext uri="{FF2B5EF4-FFF2-40B4-BE49-F238E27FC236}">
                <a16:creationId xmlns:a16="http://schemas.microsoft.com/office/drawing/2014/main" id="{F3043928-26EF-4D68-83B5-C0601E4EF8CE}"/>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Vecinos aproximados con IVF Flat</a:t>
            </a:r>
          </a:p>
        </p:txBody>
      </p:sp>
      <p:sp>
        <p:nvSpPr>
          <p:cNvPr id="218" name="">
            <a:extLst xmlns:a="http://schemas.openxmlformats.org/drawingml/2006/main">
              <a:ext uri="{FF2B5EF4-FFF2-40B4-BE49-F238E27FC236}">
                <a16:creationId xmlns:a16="http://schemas.microsoft.com/office/drawing/2014/main" id="{D87E8DCD-6629-4EBE-909F-BA89039D3A88}"/>
              </a:ext>
            </a:extLst>
          </p:cNvPr>
          <p:cNvSpPr>
            <a:spLocks xmlns:a="http://schemas.openxmlformats.org/drawingml/2006/main" noGrp="1"/>
          </p:cNvSpPr>
          <p:nvPr/>
        </p:nvSpPr>
        <p:spPr>
          <a:xfrm xmlns:a="http://schemas.openxmlformats.org/drawingml/2006/main">
            <a:off x="476250" y="1528763"/>
            <a:ext cx="3714750" cy="1357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69" b="1">
                <a:solidFill>
                  <a:srgbClr val="00B6D1"/>
                </a:solidFill>
                <a:latin typeface="Arial"/>
                <a:ea typeface="Arial"/>
                <a:cs typeface="Arial"/>
              </a:defRPr>
            </a:defPPr>
            <a:lvl1pPr>
              <a:defRPr sz="1969" b="1">
                <a:solidFill>
                  <a:srgbClr val="00B6D1"/>
                </a:solidFill>
                <a:latin typeface="Arial"/>
                <a:ea typeface="Arial"/>
                <a:cs typeface="Arial"/>
              </a:defRPr>
            </a:lvl1pPr>
            <a:lvl2pPr>
              <a:defRPr sz="1969" b="1">
                <a:solidFill>
                  <a:srgbClr val="00B6D1"/>
                </a:solidFill>
                <a:latin typeface="Arial"/>
                <a:ea typeface="Arial"/>
                <a:cs typeface="Arial"/>
              </a:defRPr>
            </a:lvl2pPr>
            <a:lvl3pPr>
              <a:defRPr sz="1969" b="1">
                <a:solidFill>
                  <a:srgbClr val="00B6D1"/>
                </a:solidFill>
                <a:latin typeface="Arial"/>
                <a:ea typeface="Arial"/>
                <a:cs typeface="Arial"/>
              </a:defRPr>
            </a:lvl3pPr>
            <a:lvl4pPr>
              <a:defRPr sz="1969" b="1">
                <a:solidFill>
                  <a:srgbClr val="00B6D1"/>
                </a:solidFill>
                <a:latin typeface="Arial"/>
                <a:ea typeface="Arial"/>
                <a:cs typeface="Arial"/>
              </a:defRPr>
            </a:lvl4pPr>
            <a:lvl5pPr>
              <a:defRPr sz="1969" b="1">
                <a:solidFill>
                  <a:srgbClr val="00B6D1"/>
                </a:solidFill>
                <a:latin typeface="Arial"/>
                <a:ea typeface="Arial"/>
                <a:cs typeface="Arial"/>
              </a:defRPr>
            </a:lvl5pPr>
            <a:lvl6pPr>
              <a:defRPr sz="1969" b="1">
                <a:solidFill>
                  <a:srgbClr val="00B6D1"/>
                </a:solidFill>
                <a:latin typeface="Arial"/>
                <a:ea typeface="Arial"/>
                <a:cs typeface="Arial"/>
              </a:defRPr>
            </a:lvl6pPr>
            <a:lvl7pPr>
              <a:defRPr sz="1969" b="1">
                <a:solidFill>
                  <a:srgbClr val="00B6D1"/>
                </a:solidFill>
                <a:latin typeface="Arial"/>
                <a:ea typeface="Arial"/>
                <a:cs typeface="Arial"/>
              </a:defRPr>
            </a:lvl7pPr>
            <a:lvl8pPr>
              <a:defRPr sz="1969" b="1">
                <a:solidFill>
                  <a:srgbClr val="00B6D1"/>
                </a:solidFill>
                <a:latin typeface="Arial"/>
                <a:ea typeface="Arial"/>
                <a:cs typeface="Arial"/>
              </a:defRPr>
            </a:lvl8pPr>
            <a:lvl9pPr>
              <a:defRPr sz="1969" b="1">
                <a:solidFill>
                  <a:srgbClr val="00B6D1"/>
                </a:solidFill>
                <a:latin typeface="Arial"/>
                <a:ea typeface="Arial"/>
                <a:cs typeface="Arial"/>
              </a:defRPr>
            </a:lvl9pPr>
          </a:lstStyle>
          <a:p xmlns:a="http://schemas.openxmlformats.org/drawingml/2006/main">
            <a:pPr>
              <a:defRPr sz="1969" b="1">
                <a:solidFill>
                  <a:srgbClr val="00B6D1"/>
                </a:solidFill>
                <a:latin typeface="Arial"/>
                <a:ea typeface="Arial"/>
                <a:cs typeface="Arial"/>
              </a:defRPr>
            </a:pPr>
            <a:r>
              <a:rPr sz="1969" b="1">
                <a:solidFill>
                  <a:srgbClr val="00B6D1"/>
                </a:solidFill>
                <a:latin typeface="Arial"/>
                <a:ea typeface="Arial"/>
                <a:cs typeface="Arial"/>
              </a:rPr>
              <a:t>32 centroides</a:t>
            </a:r>
          </a:p>
          <a:p xmlns:a="http://schemas.openxmlformats.org/drawingml/2006/main">
            <a:pPr>
              <a:defRPr sz="1969" b="1">
                <a:solidFill>
                  <a:srgbClr val="00B6D1"/>
                </a:solidFill>
                <a:latin typeface="Arial"/>
                <a:ea typeface="Arial"/>
                <a:cs typeface="Arial"/>
              </a:defRPr>
            </a:pPr>
            <a:r>
              <a:rPr sz="1969" b="1">
                <a:solidFill>
                  <a:srgbClr val="00B6D1"/>
                </a:solidFill>
                <a:latin typeface="Arial"/>
                <a:ea typeface="Arial"/>
                <a:cs typeface="Arial"/>
              </a:rPr>
              <a:t>4 listas exploradas</a:t>
            </a:r>
          </a:p>
          <a:p xmlns:a="http://schemas.openxmlformats.org/drawingml/2006/main">
            <a:pPr>
              <a:defRPr sz="1969" b="1">
                <a:solidFill>
                  <a:srgbClr val="00B6D1"/>
                </a:solidFill>
                <a:latin typeface="Arial"/>
                <a:ea typeface="Arial"/>
                <a:cs typeface="Arial"/>
              </a:defRPr>
            </a:pPr>
            <a:r>
              <a:rPr sz="1969" b="1">
                <a:solidFill>
                  <a:srgbClr val="00B6D1"/>
                </a:solidFill>
                <a:latin typeface="Arial"/>
                <a:ea typeface="Arial"/>
                <a:cs typeface="Arial"/>
              </a:rPr>
              <a:t>4 características</a:t>
            </a:r>
          </a:p>
        </p:txBody>
      </p:sp>
      <p:sp>
        <p:nvSpPr>
          <p:cNvPr id="219" name="">
            <a:extLst xmlns:a="http://schemas.openxmlformats.org/drawingml/2006/main">
              <a:ext uri="{FF2B5EF4-FFF2-40B4-BE49-F238E27FC236}">
                <a16:creationId xmlns:a16="http://schemas.microsoft.com/office/drawing/2014/main" id="{4D7ABC5B-4E29-455C-99A8-42154BA8FC88}"/>
              </a:ext>
            </a:extLst>
          </p:cNvPr>
          <p:cNvSpPr>
            <a:spLocks xmlns:a="http://schemas.openxmlformats.org/drawingml/2006/main" noGrp="1"/>
          </p:cNvSpPr>
          <p:nvPr/>
        </p:nvSpPr>
        <p:spPr>
          <a:xfrm xmlns:a="http://schemas.openxmlformats.org/drawingml/2006/main">
            <a:off x="476250" y="3171825"/>
            <a:ext cx="3714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Más nprobe aumenta trabajo y recall.</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Explorar todas las listas es exacto.</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KDTree permanece como referencia.</a:t>
            </a:r>
          </a:p>
        </p:txBody>
      </p:sp>
      <p:graphicFrame>
        <p:nvGraphicFramePr>
          <p:cNvPr id="220" name="Chart">
            <a:extLst xmlns:a="http://schemas.openxmlformats.org/drawingml/2006/main">
              <a:ext uri="{FF2B5EF4-FFF2-40B4-BE49-F238E27FC236}">
                <a16:creationId xmlns:a16="http://schemas.microsoft.com/office/drawing/2014/main" id="{9C585E26-6EF8-49CA-9CCD-2B1D1A7E95C9}"/>
              </a:ext>
            </a:extLst>
          </p:cNvPr>
          <p:cNvGraphicFramePr/>
          <p:nvPr/>
        </p:nvGraphicFramePr>
        <p:xfrm>
          <a:off xmlns:a="http://schemas.openxmlformats.org/drawingml/2006/main" x="4648200" y="1528763"/>
          <a:ext xmlns:a="http://schemas.openxmlformats.org/drawingml/2006/main" cx="3786188" cy="2500313"/>
        </p:xfrm>
        <a:graphic xmlns:a="http://schemas.openxmlformats.org/drawingml/2006/main">
          <a:graphicData uri="http://schemas.openxmlformats.org/drawingml/2006/chart">
            <c:chart xmlns:r="http://schemas.openxmlformats.org/officeDocument/2006/relationships" xmlns:c="http://schemas.openxmlformats.org/drawingml/2006/chart" r:id="R93e7c70f1ee74bb5"/>
          </a:graphicData>
        </a:graphic>
      </p:graphicFrame>
    </p:spTree>
    <p:extLst>
      <p:ext uri="{BB962C8B-B14F-4D97-AF65-F5344CB8AC3E}">
        <p14:creationId xmlns:p14="http://schemas.microsoft.com/office/powerpoint/2010/main" val="15084819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388657AE-30A1-5A7A-6A7F-315D84436430}" type="slidenum">
              <a:t>9</a:t>
            </a:fld>
            <a:endParaRPr/>
          </a:p>
        </p:txBody>
      </p:sp>
      <p:sp>
        <p:nvSpPr>
          <p:cNvPr id="217" name="">
            <a:extLst xmlns:a="http://schemas.openxmlformats.org/drawingml/2006/main">
              <a:ext uri="{FF2B5EF4-FFF2-40B4-BE49-F238E27FC236}">
                <a16:creationId xmlns:a16="http://schemas.microsoft.com/office/drawing/2014/main" id="{55B85049-91C1-40BB-A9AD-41594604FF75}"/>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Influencia en el grafo de co-compra</a:t>
            </a:r>
          </a:p>
        </p:txBody>
      </p:sp>
      <p:sp>
        <p:nvSpPr>
          <p:cNvPr id="218" name="">
            <a:extLst xmlns:a="http://schemas.openxmlformats.org/drawingml/2006/main">
              <a:ext uri="{FF2B5EF4-FFF2-40B4-BE49-F238E27FC236}">
                <a16:creationId xmlns:a16="http://schemas.microsoft.com/office/drawing/2014/main" id="{D736A277-C399-4CC5-A616-220027927162}"/>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Nodos y aristas</a:t>
            </a:r>
          </a:p>
        </p:txBody>
      </p:sp>
      <p:sp>
        <p:nvSpPr>
          <p:cNvPr id="219" name="">
            <a:extLst xmlns:a="http://schemas.openxmlformats.org/drawingml/2006/main">
              <a:ext uri="{FF2B5EF4-FFF2-40B4-BE49-F238E27FC236}">
                <a16:creationId xmlns:a16="http://schemas.microsoft.com/office/drawing/2014/main" id="{05655A84-1D18-4BB1-817D-0B49CB73140F}"/>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Productos comprados. Cada orden aporta peso a sus pares de productos.</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REES46 usa órdenes inferidas; la simulación las especifica.</a:t>
            </a:r>
          </a:p>
        </p:txBody>
      </p:sp>
      <p:sp>
        <p:nvSpPr>
          <p:cNvPr id="220" name="">
            <a:extLst xmlns:a="http://schemas.openxmlformats.org/drawingml/2006/main">
              <a:ext uri="{FF2B5EF4-FFF2-40B4-BE49-F238E27FC236}">
                <a16:creationId xmlns:a16="http://schemas.microsoft.com/office/drawing/2014/main" id="{325C6E10-004D-4546-8B48-B560000BB473}"/>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PageRank frente a grado</a:t>
            </a:r>
          </a:p>
        </p:txBody>
      </p:sp>
      <p:sp>
        <p:nvSpPr>
          <p:cNvPr id="221" name="">
            <a:extLst xmlns:a="http://schemas.openxmlformats.org/drawingml/2006/main">
              <a:ext uri="{FF2B5EF4-FFF2-40B4-BE49-F238E27FC236}">
                <a16:creationId xmlns:a16="http://schemas.microsoft.com/office/drawing/2014/main" id="{6DDEEC47-24AD-4D17-9FCC-E00299912199}"/>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La caminata con teleportación pondera relaciones e influencia.</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Ambos rankings se miden sobre el mismo grafo.</a:t>
            </a:r>
          </a:p>
        </p:txBody>
      </p:sp>
      <p:sp>
        <p:nvSpPr>
          <p:cNvPr id="222" name="">
            <a:extLst xmlns:a="http://schemas.openxmlformats.org/drawingml/2006/main">
              <a:ext uri="{FF2B5EF4-FFF2-40B4-BE49-F238E27FC236}">
                <a16:creationId xmlns:a16="http://schemas.microsoft.com/office/drawing/2014/main" id="{780EC112-3740-419C-B274-898EA42FABBE}"/>
              </a:ext>
            </a:extLst>
          </p:cNvPr>
          <p:cNvSpPr>
            <a:spLocks xmlns:a="http://schemas.openxmlformats.org/drawingml/2006/main" noGrp="1"/>
          </p:cNvSpPr>
          <p:nvPr/>
        </p:nvSpPr>
        <p:spPr>
          <a:xfrm xmlns:a="http://schemas.openxmlformats.org/drawingml/2006/main">
            <a:off x="476250" y="4171950"/>
            <a:ext cx="785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44" b="1">
                <a:solidFill>
                  <a:srgbClr val="00B6D1"/>
                </a:solidFill>
                <a:latin typeface="Arial"/>
                <a:ea typeface="Arial"/>
                <a:cs typeface="Arial"/>
              </a:defRPr>
            </a:defPPr>
            <a:lvl1pPr>
              <a:defRPr sz="1744" b="1">
                <a:solidFill>
                  <a:srgbClr val="00B6D1"/>
                </a:solidFill>
                <a:latin typeface="Arial"/>
                <a:ea typeface="Arial"/>
                <a:cs typeface="Arial"/>
              </a:defRPr>
            </a:lvl1pPr>
            <a:lvl2pPr>
              <a:defRPr sz="1744" b="1">
                <a:solidFill>
                  <a:srgbClr val="00B6D1"/>
                </a:solidFill>
                <a:latin typeface="Arial"/>
                <a:ea typeface="Arial"/>
                <a:cs typeface="Arial"/>
              </a:defRPr>
            </a:lvl2pPr>
            <a:lvl3pPr>
              <a:defRPr sz="1744" b="1">
                <a:solidFill>
                  <a:srgbClr val="00B6D1"/>
                </a:solidFill>
                <a:latin typeface="Arial"/>
                <a:ea typeface="Arial"/>
                <a:cs typeface="Arial"/>
              </a:defRPr>
            </a:lvl3pPr>
            <a:lvl4pPr>
              <a:defRPr sz="1744" b="1">
                <a:solidFill>
                  <a:srgbClr val="00B6D1"/>
                </a:solidFill>
                <a:latin typeface="Arial"/>
                <a:ea typeface="Arial"/>
                <a:cs typeface="Arial"/>
              </a:defRPr>
            </a:lvl4pPr>
            <a:lvl5pPr>
              <a:defRPr sz="1744" b="1">
                <a:solidFill>
                  <a:srgbClr val="00B6D1"/>
                </a:solidFill>
                <a:latin typeface="Arial"/>
                <a:ea typeface="Arial"/>
                <a:cs typeface="Arial"/>
              </a:defRPr>
            </a:lvl5pPr>
            <a:lvl6pPr>
              <a:defRPr sz="1744" b="1">
                <a:solidFill>
                  <a:srgbClr val="00B6D1"/>
                </a:solidFill>
                <a:latin typeface="Arial"/>
                <a:ea typeface="Arial"/>
                <a:cs typeface="Arial"/>
              </a:defRPr>
            </a:lvl6pPr>
            <a:lvl7pPr>
              <a:defRPr sz="1744" b="1">
                <a:solidFill>
                  <a:srgbClr val="00B6D1"/>
                </a:solidFill>
                <a:latin typeface="Arial"/>
                <a:ea typeface="Arial"/>
                <a:cs typeface="Arial"/>
              </a:defRPr>
            </a:lvl7pPr>
            <a:lvl8pPr>
              <a:defRPr sz="1744" b="1">
                <a:solidFill>
                  <a:srgbClr val="00B6D1"/>
                </a:solidFill>
                <a:latin typeface="Arial"/>
                <a:ea typeface="Arial"/>
                <a:cs typeface="Arial"/>
              </a:defRPr>
            </a:lvl8pPr>
            <a:lvl9pPr>
              <a:defRPr sz="1744" b="1">
                <a:solidFill>
                  <a:srgbClr val="00B6D1"/>
                </a:solidFill>
                <a:latin typeface="Arial"/>
                <a:ea typeface="Arial"/>
                <a:cs typeface="Arial"/>
              </a:defRPr>
            </a:lvl9pPr>
          </a:lstStyle>
          <a:p xmlns:a="http://schemas.openxmlformats.org/drawingml/2006/main">
            <a:pPr>
              <a:defRPr sz="1744" b="1">
                <a:solidFill>
                  <a:srgbClr val="00B6D1"/>
                </a:solidFill>
                <a:latin typeface="Arial"/>
                <a:ea typeface="Arial"/>
                <a:cs typeface="Arial"/>
              </a:defRPr>
            </a:pPr>
            <a:r>
              <a:rPr sz="1744" b="1">
                <a:solidFill>
                  <a:srgbClr val="00B6D1"/>
                </a:solidFill>
                <a:latin typeface="Arial"/>
                <a:ea typeface="Arial"/>
                <a:cs typeface="Arial"/>
              </a:rPr>
              <a:t>19,215 nodos y 12,607 aristas en 10M</a:t>
            </a:r>
          </a:p>
        </p:txBody>
      </p:sp>
    </p:spTree>
    <p:extLst>
      <p:ext uri="{BB962C8B-B14F-4D97-AF65-F5344CB8AC3E}">
        <p14:creationId xmlns:p14="http://schemas.microsoft.com/office/powerpoint/2010/main" val="15084819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DB7BEEEC-A170-5376-2B6E-CB54687B0CB1}" type="slidenum">
              <a:t>10</a:t>
            </a:fld>
            <a:endParaRPr/>
          </a:p>
        </p:txBody>
      </p:sp>
      <p:sp>
        <p:nvSpPr>
          <p:cNvPr id="217" name="">
            <a:extLst xmlns:a="http://schemas.openxmlformats.org/drawingml/2006/main">
              <a:ext uri="{FF2B5EF4-FFF2-40B4-BE49-F238E27FC236}">
                <a16:creationId xmlns:a16="http://schemas.microsoft.com/office/drawing/2014/main" id="{8B61BACF-F13F-42F6-9B1C-6E049A2BC6D7}"/>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Comunidades y estabilidad</a:t>
            </a:r>
          </a:p>
        </p:txBody>
      </p:sp>
      <p:sp>
        <p:nvSpPr>
          <p:cNvPr id="218" name="">
            <a:extLst xmlns:a="http://schemas.openxmlformats.org/drawingml/2006/main">
              <a:ext uri="{FF2B5EF4-FFF2-40B4-BE49-F238E27FC236}">
                <a16:creationId xmlns:a16="http://schemas.microsoft.com/office/drawing/2014/main" id="{4A23133D-ED09-414B-BE30-3F1EF5593751}"/>
              </a:ext>
            </a:extLst>
          </p:cNvPr>
          <p:cNvSpPr>
            <a:spLocks xmlns:a="http://schemas.openxmlformats.org/drawingml/2006/main" noGrp="1"/>
          </p:cNvSpPr>
          <p:nvPr/>
        </p:nvSpPr>
        <p:spPr>
          <a:xfrm xmlns:a="http://schemas.openxmlformats.org/drawingml/2006/main">
            <a:off x="476250" y="1528763"/>
            <a:ext cx="3857625" cy="1071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88" b="0">
                <a:solidFill>
                  <a:srgbClr val="4E4B4C"/>
                </a:solidFill>
                <a:latin typeface="Arial"/>
                <a:ea typeface="Arial"/>
                <a:cs typeface="Arial"/>
              </a:defRPr>
            </a:defPPr>
            <a:lvl1pPr>
              <a:defRPr sz="1688" b="0">
                <a:solidFill>
                  <a:srgbClr val="4E4B4C"/>
                </a:solidFill>
                <a:latin typeface="Arial"/>
                <a:ea typeface="Arial"/>
                <a:cs typeface="Arial"/>
              </a:defRPr>
            </a:lvl1pPr>
            <a:lvl2pPr>
              <a:defRPr sz="1688" b="0">
                <a:solidFill>
                  <a:srgbClr val="4E4B4C"/>
                </a:solidFill>
                <a:latin typeface="Arial"/>
                <a:ea typeface="Arial"/>
                <a:cs typeface="Arial"/>
              </a:defRPr>
            </a:lvl2pPr>
            <a:lvl3pPr>
              <a:defRPr sz="1688" b="0">
                <a:solidFill>
                  <a:srgbClr val="4E4B4C"/>
                </a:solidFill>
                <a:latin typeface="Arial"/>
                <a:ea typeface="Arial"/>
                <a:cs typeface="Arial"/>
              </a:defRPr>
            </a:lvl3pPr>
            <a:lvl4pPr>
              <a:defRPr sz="1688" b="0">
                <a:solidFill>
                  <a:srgbClr val="4E4B4C"/>
                </a:solidFill>
                <a:latin typeface="Arial"/>
                <a:ea typeface="Arial"/>
                <a:cs typeface="Arial"/>
              </a:defRPr>
            </a:lvl4pPr>
            <a:lvl5pPr>
              <a:defRPr sz="1688" b="0">
                <a:solidFill>
                  <a:srgbClr val="4E4B4C"/>
                </a:solidFill>
                <a:latin typeface="Arial"/>
                <a:ea typeface="Arial"/>
                <a:cs typeface="Arial"/>
              </a:defRPr>
            </a:lvl5pPr>
            <a:lvl6pPr>
              <a:defRPr sz="1688" b="0">
                <a:solidFill>
                  <a:srgbClr val="4E4B4C"/>
                </a:solidFill>
                <a:latin typeface="Arial"/>
                <a:ea typeface="Arial"/>
                <a:cs typeface="Arial"/>
              </a:defRPr>
            </a:lvl6pPr>
            <a:lvl7pPr>
              <a:defRPr sz="1688" b="0">
                <a:solidFill>
                  <a:srgbClr val="4E4B4C"/>
                </a:solidFill>
                <a:latin typeface="Arial"/>
                <a:ea typeface="Arial"/>
                <a:cs typeface="Arial"/>
              </a:defRPr>
            </a:lvl7pPr>
            <a:lvl8pPr>
              <a:defRPr sz="1688" b="0">
                <a:solidFill>
                  <a:srgbClr val="4E4B4C"/>
                </a:solidFill>
                <a:latin typeface="Arial"/>
                <a:ea typeface="Arial"/>
                <a:cs typeface="Arial"/>
              </a:defRPr>
            </a:lvl8pPr>
            <a:lvl9pPr>
              <a:defRPr sz="1688" b="0">
                <a:solidFill>
                  <a:srgbClr val="4E4B4C"/>
                </a:solidFill>
                <a:latin typeface="Arial"/>
                <a:ea typeface="Arial"/>
                <a:cs typeface="Arial"/>
              </a:defRPr>
            </a:lvl9pPr>
          </a:lstStyle>
          <a:p xmlns:a="http://schemas.openxmlformats.org/drawingml/2006/main">
            <a:pPr>
              <a:defRPr sz="1688" b="0">
                <a:solidFill>
                  <a:srgbClr val="4E4B4C"/>
                </a:solidFill>
                <a:latin typeface="Arial"/>
                <a:ea typeface="Arial"/>
                <a:cs typeface="Arial"/>
              </a:defRPr>
            </a:pPr>
            <a:r>
              <a:rPr sz="1688" b="0">
                <a:solidFill>
                  <a:srgbClr val="4E4B4C"/>
                </a:solidFill>
                <a:latin typeface="Arial"/>
                <a:ea typeface="Arial"/>
                <a:cs typeface="Arial"/>
              </a:rPr>
              <a:t>Louvain optimiza modularidad.</a:t>
            </a:r>
          </a:p>
          <a:p xmlns:a="http://schemas.openxmlformats.org/drawingml/2006/main">
            <a:pPr>
              <a:defRPr sz="1688" b="0">
                <a:solidFill>
                  <a:srgbClr val="4E4B4C"/>
                </a:solidFill>
                <a:latin typeface="Arial"/>
                <a:ea typeface="Arial"/>
                <a:cs typeface="Arial"/>
              </a:defRPr>
            </a:pPr>
            <a:r>
              <a:rPr sz="1688" b="0">
                <a:solidFill>
                  <a:srgbClr val="4E4B4C"/>
                </a:solidFill>
                <a:latin typeface="Arial"/>
                <a:ea typeface="Arial"/>
                <a:cs typeface="Arial"/>
              </a:rPr>
              <a:t>Propagación de etiquetas aporta</a:t>
            </a:r>
          </a:p>
          <a:p xmlns:a="http://schemas.openxmlformats.org/drawingml/2006/main">
            <a:pPr>
              <a:defRPr sz="1688" b="0">
                <a:solidFill>
                  <a:srgbClr val="4E4B4C"/>
                </a:solidFill>
                <a:latin typeface="Arial"/>
                <a:ea typeface="Arial"/>
                <a:cs typeface="Arial"/>
              </a:defRPr>
            </a:pPr>
            <a:r>
              <a:rPr sz="1688" b="0">
                <a:solidFill>
                  <a:srgbClr val="4E4B4C"/>
                </a:solidFill>
                <a:latin typeface="Arial"/>
                <a:ea typeface="Arial"/>
                <a:cs typeface="Arial"/>
              </a:rPr>
              <a:t>una alternativa más simple.</a:t>
            </a:r>
          </a:p>
        </p:txBody>
      </p:sp>
      <p:sp>
        <p:nvSpPr>
          <p:cNvPr id="219" name="">
            <a:extLst xmlns:a="http://schemas.openxmlformats.org/drawingml/2006/main">
              <a:ext uri="{FF2B5EF4-FFF2-40B4-BE49-F238E27FC236}">
                <a16:creationId xmlns:a16="http://schemas.microsoft.com/office/drawing/2014/main" id="{5075B92E-707B-4CBC-BB95-3C4AE66942AE}"/>
              </a:ext>
            </a:extLst>
          </p:cNvPr>
          <p:cNvSpPr>
            <a:spLocks xmlns:a="http://schemas.openxmlformats.org/drawingml/2006/main" noGrp="1"/>
          </p:cNvSpPr>
          <p:nvPr/>
        </p:nvSpPr>
        <p:spPr>
          <a:xfrm xmlns:a="http://schemas.openxmlformats.org/drawingml/2006/main">
            <a:off x="476250" y="2957513"/>
            <a:ext cx="3857625"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Mismo grafo, mismos pesos.</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Se informan cantidad y tamaños</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y estabilidad ARI entre semillas.</a:t>
            </a:r>
          </a:p>
        </p:txBody>
      </p:sp>
      <p:graphicFrame>
        <p:nvGraphicFramePr>
          <p:cNvPr id="220" name="Chart">
            <a:extLst xmlns:a="http://schemas.openxmlformats.org/drawingml/2006/main">
              <a:ext uri="{FF2B5EF4-FFF2-40B4-BE49-F238E27FC236}">
                <a16:creationId xmlns:a16="http://schemas.microsoft.com/office/drawing/2014/main" id="{E1B58416-2067-4A7C-9D98-651938B903B6}"/>
              </a:ext>
            </a:extLst>
          </p:cNvPr>
          <p:cNvGraphicFramePr/>
          <p:nvPr/>
        </p:nvGraphicFramePr>
        <p:xfrm>
          <a:off xmlns:a="http://schemas.openxmlformats.org/drawingml/2006/main" x="4648200" y="1528763"/>
          <a:ext xmlns:a="http://schemas.openxmlformats.org/drawingml/2006/main" cx="3786188" cy="2500313"/>
        </p:xfrm>
        <a:graphic xmlns:a="http://schemas.openxmlformats.org/drawingml/2006/main">
          <a:graphicData uri="http://schemas.openxmlformats.org/drawingml/2006/chart">
            <c:chart xmlns:r="http://schemas.openxmlformats.org/officeDocument/2006/relationships" xmlns:c="http://schemas.openxmlformats.org/drawingml/2006/chart" r:id="Rfd30d3a355b141be"/>
          </a:graphicData>
        </a:graphic>
      </p:graphicFrame>
    </p:spTree>
    <p:extLst>
      <p:ext uri="{BB962C8B-B14F-4D97-AF65-F5344CB8AC3E}">
        <p14:creationId xmlns:p14="http://schemas.microsoft.com/office/powerpoint/2010/main" val="15084819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30394428-F1DC-E5F6-DB0C-7DE31F3D8A23}" type="slidenum">
              <a:t>11</a:t>
            </a:fld>
            <a:endParaRPr/>
          </a:p>
        </p:txBody>
      </p:sp>
      <p:sp>
        <p:nvSpPr>
          <p:cNvPr id="217" name="">
            <a:extLst xmlns:a="http://schemas.openxmlformats.org/drawingml/2006/main">
              <a:ext uri="{FF2B5EF4-FFF2-40B4-BE49-F238E27FC236}">
                <a16:creationId xmlns:a16="http://schemas.microsoft.com/office/drawing/2014/main" id="{40D6FEF9-7A4F-444A-8490-1971E4C17E8A}"/>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Protocolo experimental</a:t>
            </a:r>
          </a:p>
        </p:txBody>
      </p:sp>
      <p:sp>
        <p:nvSpPr>
          <p:cNvPr id="218" name="">
            <a:extLst xmlns:a="http://schemas.openxmlformats.org/drawingml/2006/main">
              <a:ext uri="{FF2B5EF4-FFF2-40B4-BE49-F238E27FC236}">
                <a16:creationId xmlns:a16="http://schemas.microsoft.com/office/drawing/2014/main" id="{252D861B-E385-4E8C-99DF-3FE3DCACDB91}"/>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Cinco escalas de entrada</a:t>
            </a:r>
          </a:p>
        </p:txBody>
      </p:sp>
      <p:sp>
        <p:nvSpPr>
          <p:cNvPr id="219" name="">
            <a:extLst xmlns:a="http://schemas.openxmlformats.org/drawingml/2006/main">
              <a:ext uri="{FF2B5EF4-FFF2-40B4-BE49-F238E27FC236}">
                <a16:creationId xmlns:a16="http://schemas.microsoft.com/office/drawing/2014/main" id="{BE446B84-0142-437F-9331-EEF02C6F460E}"/>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1K, 10K, 100K, 1M y 10M. Eventos, productos y nodos se reportan</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por separado. Semilla 42 y un hilo nativo.</a:t>
            </a:r>
          </a:p>
        </p:txBody>
      </p:sp>
      <p:sp>
        <p:nvSpPr>
          <p:cNvPr id="220" name="">
            <a:extLst xmlns:a="http://schemas.openxmlformats.org/drawingml/2006/main">
              <a:ext uri="{FF2B5EF4-FFF2-40B4-BE49-F238E27FC236}">
                <a16:creationId xmlns:a16="http://schemas.microsoft.com/office/drawing/2014/main" id="{819F6484-C232-4E5E-A5D9-382AAF445ACC}"/>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Medidas y alternativas</a:t>
            </a:r>
          </a:p>
        </p:txBody>
      </p:sp>
      <p:sp>
        <p:nvSpPr>
          <p:cNvPr id="221" name="">
            <a:extLst xmlns:a="http://schemas.openxmlformats.org/drawingml/2006/main">
              <a:ext uri="{FF2B5EF4-FFF2-40B4-BE49-F238E27FC236}">
                <a16:creationId xmlns:a16="http://schemas.microsoft.com/office/drawing/2014/main" id="{670B6152-AF50-41E0-A794-FDA168C8CCE0}"/>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Promedio, desviación y memoria actual/pico. Recall@5, error de frecuencia,</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falsos positivos, modularidad, tamaños y estabilidad.</a:t>
            </a:r>
          </a:p>
        </p:txBody>
      </p:sp>
      <p:sp>
        <p:nvSpPr>
          <p:cNvPr id="222" name="">
            <a:extLst xmlns:a="http://schemas.openxmlformats.org/drawingml/2006/main">
              <a:ext uri="{FF2B5EF4-FFF2-40B4-BE49-F238E27FC236}">
                <a16:creationId xmlns:a16="http://schemas.microsoft.com/office/drawing/2014/main" id="{6AD503DC-B955-4233-83A7-DEF4B8BC0757}"/>
              </a:ext>
            </a:extLst>
          </p:cNvPr>
          <p:cNvSpPr>
            <a:spLocks xmlns:a="http://schemas.openxmlformats.org/drawingml/2006/main" noGrp="1"/>
          </p:cNvSpPr>
          <p:nvPr/>
        </p:nvSpPr>
        <p:spPr>
          <a:xfrm xmlns:a="http://schemas.openxmlformats.org/drawingml/2006/main">
            <a:off x="476250" y="4171950"/>
            <a:ext cx="792956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1">
                <a:solidFill>
                  <a:srgbClr val="00B6D1"/>
                </a:solidFill>
                <a:latin typeface="Arial"/>
                <a:ea typeface="Arial"/>
                <a:cs typeface="Arial"/>
              </a:defRPr>
            </a:defPPr>
            <a:lvl1pPr>
              <a:defRPr sz="1406" b="1">
                <a:solidFill>
                  <a:srgbClr val="00B6D1"/>
                </a:solidFill>
                <a:latin typeface="Arial"/>
                <a:ea typeface="Arial"/>
                <a:cs typeface="Arial"/>
              </a:defRPr>
            </a:lvl1pPr>
            <a:lvl2pPr>
              <a:defRPr sz="1406" b="1">
                <a:solidFill>
                  <a:srgbClr val="00B6D1"/>
                </a:solidFill>
                <a:latin typeface="Arial"/>
                <a:ea typeface="Arial"/>
                <a:cs typeface="Arial"/>
              </a:defRPr>
            </a:lvl2pPr>
            <a:lvl3pPr>
              <a:defRPr sz="1406" b="1">
                <a:solidFill>
                  <a:srgbClr val="00B6D1"/>
                </a:solidFill>
                <a:latin typeface="Arial"/>
                <a:ea typeface="Arial"/>
                <a:cs typeface="Arial"/>
              </a:defRPr>
            </a:lvl3pPr>
            <a:lvl4pPr>
              <a:defRPr sz="1406" b="1">
                <a:solidFill>
                  <a:srgbClr val="00B6D1"/>
                </a:solidFill>
                <a:latin typeface="Arial"/>
                <a:ea typeface="Arial"/>
                <a:cs typeface="Arial"/>
              </a:defRPr>
            </a:lvl4pPr>
            <a:lvl5pPr>
              <a:defRPr sz="1406" b="1">
                <a:solidFill>
                  <a:srgbClr val="00B6D1"/>
                </a:solidFill>
                <a:latin typeface="Arial"/>
                <a:ea typeface="Arial"/>
                <a:cs typeface="Arial"/>
              </a:defRPr>
            </a:lvl5pPr>
            <a:lvl6pPr>
              <a:defRPr sz="1406" b="1">
                <a:solidFill>
                  <a:srgbClr val="00B6D1"/>
                </a:solidFill>
                <a:latin typeface="Arial"/>
                <a:ea typeface="Arial"/>
                <a:cs typeface="Arial"/>
              </a:defRPr>
            </a:lvl6pPr>
            <a:lvl7pPr>
              <a:defRPr sz="1406" b="1">
                <a:solidFill>
                  <a:srgbClr val="00B6D1"/>
                </a:solidFill>
                <a:latin typeface="Arial"/>
                <a:ea typeface="Arial"/>
                <a:cs typeface="Arial"/>
              </a:defRPr>
            </a:lvl7pPr>
            <a:lvl8pPr>
              <a:defRPr sz="1406" b="1">
                <a:solidFill>
                  <a:srgbClr val="00B6D1"/>
                </a:solidFill>
                <a:latin typeface="Arial"/>
                <a:ea typeface="Arial"/>
                <a:cs typeface="Arial"/>
              </a:defRPr>
            </a:lvl8pPr>
            <a:lvl9pPr>
              <a:defRPr sz="1406" b="1">
                <a:solidFill>
                  <a:srgbClr val="00B6D1"/>
                </a:solidFill>
                <a:latin typeface="Arial"/>
                <a:ea typeface="Arial"/>
                <a:cs typeface="Arial"/>
              </a:defRPr>
            </a:lvl9pPr>
          </a:lstStyle>
          <a:p xmlns:a="http://schemas.openxmlformats.org/drawingml/2006/main">
            <a:pPr>
              <a:defRPr sz="1406" b="1">
                <a:solidFill>
                  <a:srgbClr val="00B6D1"/>
                </a:solidFill>
                <a:latin typeface="Arial"/>
                <a:ea typeface="Arial"/>
                <a:cs typeface="Arial"/>
              </a:defRPr>
            </a:pPr>
            <a:r>
              <a:rPr sz="1406" b="1">
                <a:solidFill>
                  <a:srgbClr val="00B6D1"/>
                </a:solidFill>
                <a:latin typeface="Arial"/>
                <a:ea typeface="Arial"/>
                <a:cs typeface="Arial"/>
              </a:rPr>
              <a:t>CSV por repetición y figuras derivadas de mediciones, sin valores transcritos</a:t>
            </a:r>
          </a:p>
        </p:txBody>
      </p:sp>
    </p:spTree>
    <p:extLst>
      <p:ext uri="{BB962C8B-B14F-4D97-AF65-F5344CB8AC3E}">
        <p14:creationId xmlns:p14="http://schemas.microsoft.com/office/powerpoint/2010/main" val="15084819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4DB16885-0D3F-A391-B669-3211DB3B26E8}" type="slidenum">
              <a:t>12</a:t>
            </a:fld>
            <a:endParaRPr/>
          </a:p>
        </p:txBody>
      </p:sp>
      <p:sp>
        <p:nvSpPr>
          <p:cNvPr id="217" name="">
            <a:extLst xmlns:a="http://schemas.openxmlformats.org/drawingml/2006/main">
              <a:ext uri="{FF2B5EF4-FFF2-40B4-BE49-F238E27FC236}">
                <a16:creationId xmlns:a16="http://schemas.microsoft.com/office/drawing/2014/main" id="{ED6CC979-2BBD-4EAD-8DB0-5CA4B9AFED0C}"/>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Escalabilidad integral observada</a:t>
            </a:r>
          </a:p>
        </p:txBody>
      </p:sp>
      <p:sp>
        <p:nvSpPr>
          <p:cNvPr id="218" name="">
            <a:extLst xmlns:a="http://schemas.openxmlformats.org/drawingml/2006/main">
              <a:ext uri="{FF2B5EF4-FFF2-40B4-BE49-F238E27FC236}">
                <a16:creationId xmlns:a16="http://schemas.microsoft.com/office/drawing/2014/main" id="{B7F0558D-D526-4CA2-A3E9-FA311304984E}"/>
              </a:ext>
            </a:extLst>
          </p:cNvPr>
          <p:cNvSpPr>
            <a:spLocks xmlns:a="http://schemas.openxmlformats.org/drawingml/2006/main" noGrp="1"/>
          </p:cNvSpPr>
          <p:nvPr/>
        </p:nvSpPr>
        <p:spPr>
          <a:xfrm xmlns:a="http://schemas.openxmlformats.org/drawingml/2006/main">
            <a:off x="476250" y="1493044"/>
            <a:ext cx="3786188"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88" b="1">
                <a:solidFill>
                  <a:srgbClr val="00B6D1"/>
                </a:solidFill>
                <a:latin typeface="Arial"/>
                <a:ea typeface="Arial"/>
                <a:cs typeface="Arial"/>
              </a:defRPr>
            </a:defPPr>
            <a:lvl1pPr>
              <a:defRPr sz="3488" b="1">
                <a:solidFill>
                  <a:srgbClr val="00B6D1"/>
                </a:solidFill>
                <a:latin typeface="Arial"/>
                <a:ea typeface="Arial"/>
                <a:cs typeface="Arial"/>
              </a:defRPr>
            </a:lvl1pPr>
            <a:lvl2pPr>
              <a:defRPr sz="3488" b="1">
                <a:solidFill>
                  <a:srgbClr val="00B6D1"/>
                </a:solidFill>
                <a:latin typeface="Arial"/>
                <a:ea typeface="Arial"/>
                <a:cs typeface="Arial"/>
              </a:defRPr>
            </a:lvl2pPr>
            <a:lvl3pPr>
              <a:defRPr sz="3488" b="1">
                <a:solidFill>
                  <a:srgbClr val="00B6D1"/>
                </a:solidFill>
                <a:latin typeface="Arial"/>
                <a:ea typeface="Arial"/>
                <a:cs typeface="Arial"/>
              </a:defRPr>
            </a:lvl3pPr>
            <a:lvl4pPr>
              <a:defRPr sz="3488" b="1">
                <a:solidFill>
                  <a:srgbClr val="00B6D1"/>
                </a:solidFill>
                <a:latin typeface="Arial"/>
                <a:ea typeface="Arial"/>
                <a:cs typeface="Arial"/>
              </a:defRPr>
            </a:lvl4pPr>
            <a:lvl5pPr>
              <a:defRPr sz="3488" b="1">
                <a:solidFill>
                  <a:srgbClr val="00B6D1"/>
                </a:solidFill>
                <a:latin typeface="Arial"/>
                <a:ea typeface="Arial"/>
                <a:cs typeface="Arial"/>
              </a:defRPr>
            </a:lvl5pPr>
            <a:lvl6pPr>
              <a:defRPr sz="3488" b="1">
                <a:solidFill>
                  <a:srgbClr val="00B6D1"/>
                </a:solidFill>
                <a:latin typeface="Arial"/>
                <a:ea typeface="Arial"/>
                <a:cs typeface="Arial"/>
              </a:defRPr>
            </a:lvl6pPr>
            <a:lvl7pPr>
              <a:defRPr sz="3488" b="1">
                <a:solidFill>
                  <a:srgbClr val="00B6D1"/>
                </a:solidFill>
                <a:latin typeface="Arial"/>
                <a:ea typeface="Arial"/>
                <a:cs typeface="Arial"/>
              </a:defRPr>
            </a:lvl7pPr>
            <a:lvl8pPr>
              <a:defRPr sz="3488" b="1">
                <a:solidFill>
                  <a:srgbClr val="00B6D1"/>
                </a:solidFill>
                <a:latin typeface="Arial"/>
                <a:ea typeface="Arial"/>
                <a:cs typeface="Arial"/>
              </a:defRPr>
            </a:lvl8pPr>
            <a:lvl9pPr>
              <a:defRPr sz="3488" b="1">
                <a:solidFill>
                  <a:srgbClr val="00B6D1"/>
                </a:solidFill>
                <a:latin typeface="Arial"/>
                <a:ea typeface="Arial"/>
                <a:cs typeface="Arial"/>
              </a:defRPr>
            </a:lvl9pPr>
          </a:lstStyle>
          <a:p xmlns:a="http://schemas.openxmlformats.org/drawingml/2006/main">
            <a:pPr>
              <a:defRPr sz="3488" b="1">
                <a:solidFill>
                  <a:srgbClr val="00B6D1"/>
                </a:solidFill>
                <a:latin typeface="Arial"/>
                <a:ea typeface="Arial"/>
                <a:cs typeface="Arial"/>
              </a:defRPr>
            </a:pPr>
            <a:r>
              <a:rPr sz="3488" b="1">
                <a:solidFill>
                  <a:srgbClr val="00B6D1"/>
                </a:solidFill>
                <a:latin typeface="Arial"/>
                <a:ea typeface="Arial"/>
                <a:cs typeface="Arial"/>
              </a:rPr>
              <a:t>1133.1 s</a:t>
            </a:r>
          </a:p>
        </p:txBody>
      </p:sp>
      <p:sp>
        <p:nvSpPr>
          <p:cNvPr id="219" name="">
            <a:extLst xmlns:a="http://schemas.openxmlformats.org/drawingml/2006/main">
              <a:ext uri="{FF2B5EF4-FFF2-40B4-BE49-F238E27FC236}">
                <a16:creationId xmlns:a16="http://schemas.microsoft.com/office/drawing/2014/main" id="{83AD94F8-8C4A-4EBE-A07A-023C805751EF}"/>
              </a:ext>
            </a:extLst>
          </p:cNvPr>
          <p:cNvSpPr>
            <a:spLocks xmlns:a="http://schemas.openxmlformats.org/drawingml/2006/main" noGrp="1"/>
          </p:cNvSpPr>
          <p:nvPr/>
        </p:nvSpPr>
        <p:spPr>
          <a:xfrm xmlns:a="http://schemas.openxmlformats.org/drawingml/2006/main">
            <a:off x="476250" y="2221706"/>
            <a:ext cx="3786188"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19" b="0">
                <a:solidFill>
                  <a:srgbClr val="4E4B4C"/>
                </a:solidFill>
                <a:latin typeface="Arial"/>
                <a:ea typeface="Arial"/>
                <a:cs typeface="Arial"/>
              </a:defRPr>
            </a:defPPr>
            <a:lvl1pPr>
              <a:defRPr sz="1519" b="0">
                <a:solidFill>
                  <a:srgbClr val="4E4B4C"/>
                </a:solidFill>
                <a:latin typeface="Arial"/>
                <a:ea typeface="Arial"/>
                <a:cs typeface="Arial"/>
              </a:defRPr>
            </a:lvl1pPr>
            <a:lvl2pPr>
              <a:defRPr sz="1519" b="0">
                <a:solidFill>
                  <a:srgbClr val="4E4B4C"/>
                </a:solidFill>
                <a:latin typeface="Arial"/>
                <a:ea typeface="Arial"/>
                <a:cs typeface="Arial"/>
              </a:defRPr>
            </a:lvl2pPr>
            <a:lvl3pPr>
              <a:defRPr sz="1519" b="0">
                <a:solidFill>
                  <a:srgbClr val="4E4B4C"/>
                </a:solidFill>
                <a:latin typeface="Arial"/>
                <a:ea typeface="Arial"/>
                <a:cs typeface="Arial"/>
              </a:defRPr>
            </a:lvl3pPr>
            <a:lvl4pPr>
              <a:defRPr sz="1519" b="0">
                <a:solidFill>
                  <a:srgbClr val="4E4B4C"/>
                </a:solidFill>
                <a:latin typeface="Arial"/>
                <a:ea typeface="Arial"/>
                <a:cs typeface="Arial"/>
              </a:defRPr>
            </a:lvl4pPr>
            <a:lvl5pPr>
              <a:defRPr sz="1519" b="0">
                <a:solidFill>
                  <a:srgbClr val="4E4B4C"/>
                </a:solidFill>
                <a:latin typeface="Arial"/>
                <a:ea typeface="Arial"/>
                <a:cs typeface="Arial"/>
              </a:defRPr>
            </a:lvl5pPr>
            <a:lvl6pPr>
              <a:defRPr sz="1519" b="0">
                <a:solidFill>
                  <a:srgbClr val="4E4B4C"/>
                </a:solidFill>
                <a:latin typeface="Arial"/>
                <a:ea typeface="Arial"/>
                <a:cs typeface="Arial"/>
              </a:defRPr>
            </a:lvl6pPr>
            <a:lvl7pPr>
              <a:defRPr sz="1519" b="0">
                <a:solidFill>
                  <a:srgbClr val="4E4B4C"/>
                </a:solidFill>
                <a:latin typeface="Arial"/>
                <a:ea typeface="Arial"/>
                <a:cs typeface="Arial"/>
              </a:defRPr>
            </a:lvl7pPr>
            <a:lvl8pPr>
              <a:defRPr sz="1519" b="0">
                <a:solidFill>
                  <a:srgbClr val="4E4B4C"/>
                </a:solidFill>
                <a:latin typeface="Arial"/>
                <a:ea typeface="Arial"/>
                <a:cs typeface="Arial"/>
              </a:defRPr>
            </a:lvl8pPr>
            <a:lvl9pPr>
              <a:defRPr sz="1519" b="0">
                <a:solidFill>
                  <a:srgbClr val="4E4B4C"/>
                </a:solidFill>
                <a:latin typeface="Arial"/>
                <a:ea typeface="Arial"/>
                <a:cs typeface="Arial"/>
              </a:defRPr>
            </a:lvl9pPr>
          </a:lstStyle>
          <a:p xmlns:a="http://schemas.openxmlformats.org/drawingml/2006/main">
            <a:pPr>
              <a:defRPr sz="1519" b="0">
                <a:solidFill>
                  <a:srgbClr val="4E4B4C"/>
                </a:solidFill>
                <a:latin typeface="Arial"/>
                <a:ea typeface="Arial"/>
                <a:cs typeface="Arial"/>
              </a:defRPr>
            </a:pPr>
            <a:r>
              <a:rPr sz="1519" b="0">
                <a:solidFill>
                  <a:srgbClr val="4E4B4C"/>
                </a:solidFill>
                <a:latin typeface="Arial"/>
                <a:ea typeface="Arial"/>
                <a:cs typeface="Arial"/>
              </a:rPr>
              <a:t>para procesar 10M eventos</a:t>
            </a:r>
          </a:p>
        </p:txBody>
      </p:sp>
      <p:sp>
        <p:nvSpPr>
          <p:cNvPr id="220" name="">
            <a:extLst xmlns:a="http://schemas.openxmlformats.org/drawingml/2006/main">
              <a:ext uri="{FF2B5EF4-FFF2-40B4-BE49-F238E27FC236}">
                <a16:creationId xmlns:a16="http://schemas.microsoft.com/office/drawing/2014/main" id="{C28CA0C2-47AF-40C3-9CDE-9D907F3C0A62}"/>
              </a:ext>
            </a:extLst>
          </p:cNvPr>
          <p:cNvSpPr>
            <a:spLocks xmlns:a="http://schemas.openxmlformats.org/drawingml/2006/main" noGrp="1"/>
          </p:cNvSpPr>
          <p:nvPr/>
        </p:nvSpPr>
        <p:spPr>
          <a:xfrm xmlns:a="http://schemas.openxmlformats.org/drawingml/2006/main">
            <a:off x="476250" y="2957513"/>
            <a:ext cx="3786188"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4E4B4C"/>
                </a:solidFill>
                <a:latin typeface="Arial"/>
                <a:ea typeface="Arial"/>
                <a:cs typeface="Arial"/>
              </a:defRPr>
            </a:defPPr>
            <a:lvl1pPr>
              <a:defRPr sz="2700" b="1">
                <a:solidFill>
                  <a:srgbClr val="4E4B4C"/>
                </a:solidFill>
                <a:latin typeface="Arial"/>
                <a:ea typeface="Arial"/>
                <a:cs typeface="Arial"/>
              </a:defRPr>
            </a:lvl1pPr>
            <a:lvl2pPr>
              <a:defRPr sz="2700" b="1">
                <a:solidFill>
                  <a:srgbClr val="4E4B4C"/>
                </a:solidFill>
                <a:latin typeface="Arial"/>
                <a:ea typeface="Arial"/>
                <a:cs typeface="Arial"/>
              </a:defRPr>
            </a:lvl2pPr>
            <a:lvl3pPr>
              <a:defRPr sz="2700" b="1">
                <a:solidFill>
                  <a:srgbClr val="4E4B4C"/>
                </a:solidFill>
                <a:latin typeface="Arial"/>
                <a:ea typeface="Arial"/>
                <a:cs typeface="Arial"/>
              </a:defRPr>
            </a:lvl3pPr>
            <a:lvl4pPr>
              <a:defRPr sz="2700" b="1">
                <a:solidFill>
                  <a:srgbClr val="4E4B4C"/>
                </a:solidFill>
                <a:latin typeface="Arial"/>
                <a:ea typeface="Arial"/>
                <a:cs typeface="Arial"/>
              </a:defRPr>
            </a:lvl4pPr>
            <a:lvl5pPr>
              <a:defRPr sz="2700" b="1">
                <a:solidFill>
                  <a:srgbClr val="4E4B4C"/>
                </a:solidFill>
                <a:latin typeface="Arial"/>
                <a:ea typeface="Arial"/>
                <a:cs typeface="Arial"/>
              </a:defRPr>
            </a:lvl5pPr>
            <a:lvl6pPr>
              <a:defRPr sz="2700" b="1">
                <a:solidFill>
                  <a:srgbClr val="4E4B4C"/>
                </a:solidFill>
                <a:latin typeface="Arial"/>
                <a:ea typeface="Arial"/>
                <a:cs typeface="Arial"/>
              </a:defRPr>
            </a:lvl6pPr>
            <a:lvl7pPr>
              <a:defRPr sz="2700" b="1">
                <a:solidFill>
                  <a:srgbClr val="4E4B4C"/>
                </a:solidFill>
                <a:latin typeface="Arial"/>
                <a:ea typeface="Arial"/>
                <a:cs typeface="Arial"/>
              </a:defRPr>
            </a:lvl7pPr>
            <a:lvl8pPr>
              <a:defRPr sz="2700" b="1">
                <a:solidFill>
                  <a:srgbClr val="4E4B4C"/>
                </a:solidFill>
                <a:latin typeface="Arial"/>
                <a:ea typeface="Arial"/>
                <a:cs typeface="Arial"/>
              </a:defRPr>
            </a:lvl8pPr>
            <a:lvl9pPr>
              <a:defRPr sz="2700" b="1">
                <a:solidFill>
                  <a:srgbClr val="4E4B4C"/>
                </a:solidFill>
                <a:latin typeface="Arial"/>
                <a:ea typeface="Arial"/>
                <a:cs typeface="Arial"/>
              </a:defRPr>
            </a:lvl9pPr>
          </a:lstStyle>
          <a:p xmlns:a="http://schemas.openxmlformats.org/drawingml/2006/main">
            <a:pPr>
              <a:defRPr sz="2700" b="1">
                <a:solidFill>
                  <a:srgbClr val="4E4B4C"/>
                </a:solidFill>
                <a:latin typeface="Arial"/>
                <a:ea typeface="Arial"/>
                <a:cs typeface="Arial"/>
              </a:defRPr>
            </a:pPr>
            <a:r>
              <a:rPr sz="2700" b="1">
                <a:solidFill>
                  <a:srgbClr val="4E4B4C"/>
                </a:solidFill>
                <a:latin typeface="Arial"/>
                <a:ea typeface="Arial"/>
                <a:cs typeface="Arial"/>
              </a:rPr>
              <a:t>1064.3 MiB</a:t>
            </a:r>
          </a:p>
        </p:txBody>
      </p:sp>
      <p:sp>
        <p:nvSpPr>
          <p:cNvPr id="221" name="">
            <a:extLst xmlns:a="http://schemas.openxmlformats.org/drawingml/2006/main">
              <a:ext uri="{FF2B5EF4-FFF2-40B4-BE49-F238E27FC236}">
                <a16:creationId xmlns:a16="http://schemas.microsoft.com/office/drawing/2014/main" id="{5FDEC45F-2BF1-44EE-B938-DFA9EE72C03B}"/>
              </a:ext>
            </a:extLst>
          </p:cNvPr>
          <p:cNvSpPr>
            <a:spLocks xmlns:a="http://schemas.openxmlformats.org/drawingml/2006/main" noGrp="1"/>
          </p:cNvSpPr>
          <p:nvPr/>
        </p:nvSpPr>
        <p:spPr>
          <a:xfrm xmlns:a="http://schemas.openxmlformats.org/drawingml/2006/main">
            <a:off x="476250" y="3600450"/>
            <a:ext cx="3786188"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4B4C"/>
                </a:solidFill>
                <a:latin typeface="Arial"/>
                <a:ea typeface="Arial"/>
                <a:cs typeface="Arial"/>
              </a:defRPr>
            </a:defPPr>
            <a:lvl1pPr>
              <a:defRPr sz="1350" b="0">
                <a:solidFill>
                  <a:srgbClr val="4E4B4C"/>
                </a:solidFill>
                <a:latin typeface="Arial"/>
                <a:ea typeface="Arial"/>
                <a:cs typeface="Arial"/>
              </a:defRPr>
            </a:lvl1pPr>
            <a:lvl2pPr>
              <a:defRPr sz="1350" b="0">
                <a:solidFill>
                  <a:srgbClr val="4E4B4C"/>
                </a:solidFill>
                <a:latin typeface="Arial"/>
                <a:ea typeface="Arial"/>
                <a:cs typeface="Arial"/>
              </a:defRPr>
            </a:lvl2pPr>
            <a:lvl3pPr>
              <a:defRPr sz="1350" b="0">
                <a:solidFill>
                  <a:srgbClr val="4E4B4C"/>
                </a:solidFill>
                <a:latin typeface="Arial"/>
                <a:ea typeface="Arial"/>
                <a:cs typeface="Arial"/>
              </a:defRPr>
            </a:lvl3pPr>
            <a:lvl4pPr>
              <a:defRPr sz="1350" b="0">
                <a:solidFill>
                  <a:srgbClr val="4E4B4C"/>
                </a:solidFill>
                <a:latin typeface="Arial"/>
                <a:ea typeface="Arial"/>
                <a:cs typeface="Arial"/>
              </a:defRPr>
            </a:lvl4pPr>
            <a:lvl5pPr>
              <a:defRPr sz="1350" b="0">
                <a:solidFill>
                  <a:srgbClr val="4E4B4C"/>
                </a:solidFill>
                <a:latin typeface="Arial"/>
                <a:ea typeface="Arial"/>
                <a:cs typeface="Arial"/>
              </a:defRPr>
            </a:lvl5pPr>
            <a:lvl6pPr>
              <a:defRPr sz="1350" b="0">
                <a:solidFill>
                  <a:srgbClr val="4E4B4C"/>
                </a:solidFill>
                <a:latin typeface="Arial"/>
                <a:ea typeface="Arial"/>
                <a:cs typeface="Arial"/>
              </a:defRPr>
            </a:lvl6pPr>
            <a:lvl7pPr>
              <a:defRPr sz="1350" b="0">
                <a:solidFill>
                  <a:srgbClr val="4E4B4C"/>
                </a:solidFill>
                <a:latin typeface="Arial"/>
                <a:ea typeface="Arial"/>
                <a:cs typeface="Arial"/>
              </a:defRPr>
            </a:lvl7pPr>
            <a:lvl8pPr>
              <a:defRPr sz="1350" b="0">
                <a:solidFill>
                  <a:srgbClr val="4E4B4C"/>
                </a:solidFill>
                <a:latin typeface="Arial"/>
                <a:ea typeface="Arial"/>
                <a:cs typeface="Arial"/>
              </a:defRPr>
            </a:lvl8pPr>
            <a:lvl9pPr>
              <a:defRPr sz="1350" b="0">
                <a:solidFill>
                  <a:srgbClr val="4E4B4C"/>
                </a:solidFill>
                <a:latin typeface="Arial"/>
                <a:ea typeface="Arial"/>
                <a:cs typeface="Arial"/>
              </a:defRPr>
            </a:lvl9pPr>
          </a:lstStyle>
          <a:p xmlns:a="http://schemas.openxmlformats.org/drawingml/2006/main">
            <a:pPr>
              <a:defRPr sz="1350" b="0">
                <a:solidFill>
                  <a:srgbClr val="4E4B4C"/>
                </a:solidFill>
                <a:latin typeface="Arial"/>
                <a:ea typeface="Arial"/>
                <a:cs typeface="Arial"/>
              </a:defRPr>
            </a:pPr>
            <a:r>
              <a:rPr sz="1350" b="0">
                <a:solidFill>
                  <a:srgbClr val="4E4B4C"/>
                </a:solidFill>
                <a:latin typeface="Arial"/>
                <a:ea typeface="Arial"/>
                <a:cs typeface="Arial"/>
              </a:rPr>
              <a:t>pico RSS muestreado</a:t>
            </a:r>
          </a:p>
          <a:p xmlns:a="http://schemas.openxmlformats.org/drawingml/2006/main">
            <a:pPr>
              <a:defRPr sz="1350" b="0">
                <a:solidFill>
                  <a:srgbClr val="4E4B4C"/>
                </a:solidFill>
                <a:latin typeface="Arial"/>
                <a:ea typeface="Arial"/>
                <a:cs typeface="Arial"/>
              </a:defRPr>
            </a:pPr>
            <a:r>
              <a:rPr sz="1350" b="0">
                <a:solidFill>
                  <a:srgbClr val="4E4B4C"/>
                </a:solidFill>
                <a:latin typeface="Arial"/>
                <a:ea typeface="Arial"/>
                <a:cs typeface="Arial"/>
              </a:rPr>
              <a:t>Estado exacto en disco; índices en RAM.</a:t>
            </a:r>
          </a:p>
        </p:txBody>
      </p:sp>
      <p:graphicFrame>
        <p:nvGraphicFramePr>
          <p:cNvPr id="222" name="Chart">
            <a:extLst xmlns:a="http://schemas.openxmlformats.org/drawingml/2006/main">
              <a:ext uri="{FF2B5EF4-FFF2-40B4-BE49-F238E27FC236}">
                <a16:creationId xmlns:a16="http://schemas.microsoft.com/office/drawing/2014/main" id="{015A69BC-4C17-4FBC-9824-08B809B3D97D}"/>
              </a:ext>
            </a:extLst>
          </p:cNvPr>
          <p:cNvGraphicFramePr/>
          <p:nvPr/>
        </p:nvGraphicFramePr>
        <p:xfrm>
          <a:off xmlns:a="http://schemas.openxmlformats.org/drawingml/2006/main" x="4648200" y="1528763"/>
          <a:ext xmlns:a="http://schemas.openxmlformats.org/drawingml/2006/main" cx="3786188" cy="2500313"/>
        </p:xfrm>
        <a:graphic xmlns:a="http://schemas.openxmlformats.org/drawingml/2006/main">
          <a:graphicData uri="http://schemas.openxmlformats.org/drawingml/2006/chart">
            <c:chart xmlns:r="http://schemas.openxmlformats.org/officeDocument/2006/relationships" xmlns:c="http://schemas.openxmlformats.org/drawingml/2006/chart" r:id="R3ba23adbdd1b499b"/>
          </a:graphicData>
        </a:graphic>
      </p:graphicFrame>
    </p:spTree>
    <p:extLst>
      <p:ext uri="{BB962C8B-B14F-4D97-AF65-F5344CB8AC3E}">
        <p14:creationId xmlns:p14="http://schemas.microsoft.com/office/powerpoint/2010/main" val="15084819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2DD23107-4986-8758-3A93-3D74F35908CC}" type="slidenum">
              <a:t>13</a:t>
            </a:fld>
            <a:endParaRPr/>
          </a:p>
        </p:txBody>
      </p:sp>
      <p:sp>
        <p:nvSpPr>
          <p:cNvPr id="217" name="">
            <a:extLst xmlns:a="http://schemas.openxmlformats.org/drawingml/2006/main">
              <a:ext uri="{FF2B5EF4-FFF2-40B4-BE49-F238E27FC236}">
                <a16:creationId xmlns:a16="http://schemas.microsoft.com/office/drawing/2014/main" id="{5C35B2B2-C6D4-4FC4-89B6-887408FE7B5D}"/>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Demo del servicio integrado</a:t>
            </a:r>
          </a:p>
        </p:txBody>
      </p:sp>
      <p:sp>
        <p:nvSpPr>
          <p:cNvPr id="218" name="">
            <a:extLst xmlns:a="http://schemas.openxmlformats.org/drawingml/2006/main">
              <a:ext uri="{FF2B5EF4-FFF2-40B4-BE49-F238E27FC236}">
                <a16:creationId xmlns:a16="http://schemas.microsoft.com/office/drawing/2014/main" id="{775FD0F9-DD08-46D1-92C8-12DA51291895}"/>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Catálogo y recomendaciones</a:t>
            </a:r>
          </a:p>
        </p:txBody>
      </p:sp>
      <p:sp>
        <p:nvSpPr>
          <p:cNvPr id="219" name="">
            <a:extLst xmlns:a="http://schemas.openxmlformats.org/drawingml/2006/main">
              <a:ext uri="{FF2B5EF4-FFF2-40B4-BE49-F238E27FC236}">
                <a16:creationId xmlns:a16="http://schemas.microsoft.com/office/drawing/2014/main" id="{1673F6C6-9B7F-476B-8781-4C6192A5BB8C}"/>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Autocompletar una marca, filtrar precios y seleccionar un producto.</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Contrastar IVF, KNN exacto y las razones del Top-K.</a:t>
            </a:r>
          </a:p>
        </p:txBody>
      </p:sp>
      <p:sp>
        <p:nvSpPr>
          <p:cNvPr id="220" name="">
            <a:extLst xmlns:a="http://schemas.openxmlformats.org/drawingml/2006/main">
              <a:ext uri="{FF2B5EF4-FFF2-40B4-BE49-F238E27FC236}">
                <a16:creationId xmlns:a16="http://schemas.microsoft.com/office/drawing/2014/main" id="{66318C9C-B047-4174-A199-AABC4A3F86BF}"/>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Traza, comunidades y alertas</a:t>
            </a:r>
          </a:p>
        </p:txBody>
      </p:sp>
      <p:sp>
        <p:nvSpPr>
          <p:cNvPr id="221" name="">
            <a:extLst xmlns:a="http://schemas.openxmlformats.org/drawingml/2006/main">
              <a:ext uri="{FF2B5EF4-FFF2-40B4-BE49-F238E27FC236}">
                <a16:creationId xmlns:a16="http://schemas.microsoft.com/office/drawing/2014/main" id="{5E1FAA75-FE9F-4C9F-A767-8640FAA04D39}"/>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Seguir un evento, explicar las aristas y comparar particiones.</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Mostrar una frecuencia estimada y su confirmación exacta.</a:t>
            </a:r>
          </a:p>
        </p:txBody>
      </p:sp>
      <p:sp>
        <p:nvSpPr>
          <p:cNvPr id="222" name="">
            <a:extLst xmlns:a="http://schemas.openxmlformats.org/drawingml/2006/main">
              <a:ext uri="{FF2B5EF4-FFF2-40B4-BE49-F238E27FC236}">
                <a16:creationId xmlns:a16="http://schemas.microsoft.com/office/drawing/2014/main" id="{29B66C5D-0245-4FBE-803F-ED2D4E07E421}"/>
              </a:ext>
            </a:extLst>
          </p:cNvPr>
          <p:cNvSpPr>
            <a:spLocks xmlns:a="http://schemas.openxmlformats.org/drawingml/2006/main" noGrp="1"/>
          </p:cNvSpPr>
          <p:nvPr/>
        </p:nvSpPr>
        <p:spPr>
          <a:xfrm xmlns:a="http://schemas.openxmlformats.org/drawingml/2006/main">
            <a:off x="476250" y="4136231"/>
            <a:ext cx="7858125"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69" b="1">
                <a:solidFill>
                  <a:srgbClr val="00B6D1"/>
                </a:solidFill>
                <a:latin typeface="Arial"/>
                <a:ea typeface="Arial"/>
                <a:cs typeface="Arial"/>
              </a:defRPr>
            </a:defPPr>
            <a:lvl1pPr>
              <a:defRPr sz="1969" b="1">
                <a:solidFill>
                  <a:srgbClr val="00B6D1"/>
                </a:solidFill>
                <a:latin typeface="Arial"/>
                <a:ea typeface="Arial"/>
                <a:cs typeface="Arial"/>
              </a:defRPr>
            </a:lvl1pPr>
            <a:lvl2pPr>
              <a:defRPr sz="1969" b="1">
                <a:solidFill>
                  <a:srgbClr val="00B6D1"/>
                </a:solidFill>
                <a:latin typeface="Arial"/>
                <a:ea typeface="Arial"/>
                <a:cs typeface="Arial"/>
              </a:defRPr>
            </a:lvl2pPr>
            <a:lvl3pPr>
              <a:defRPr sz="1969" b="1">
                <a:solidFill>
                  <a:srgbClr val="00B6D1"/>
                </a:solidFill>
                <a:latin typeface="Arial"/>
                <a:ea typeface="Arial"/>
                <a:cs typeface="Arial"/>
              </a:defRPr>
            </a:lvl3pPr>
            <a:lvl4pPr>
              <a:defRPr sz="1969" b="1">
                <a:solidFill>
                  <a:srgbClr val="00B6D1"/>
                </a:solidFill>
                <a:latin typeface="Arial"/>
                <a:ea typeface="Arial"/>
                <a:cs typeface="Arial"/>
              </a:defRPr>
            </a:lvl4pPr>
            <a:lvl5pPr>
              <a:defRPr sz="1969" b="1">
                <a:solidFill>
                  <a:srgbClr val="00B6D1"/>
                </a:solidFill>
                <a:latin typeface="Arial"/>
                <a:ea typeface="Arial"/>
                <a:cs typeface="Arial"/>
              </a:defRPr>
            </a:lvl5pPr>
            <a:lvl6pPr>
              <a:defRPr sz="1969" b="1">
                <a:solidFill>
                  <a:srgbClr val="00B6D1"/>
                </a:solidFill>
                <a:latin typeface="Arial"/>
                <a:ea typeface="Arial"/>
                <a:cs typeface="Arial"/>
              </a:defRPr>
            </a:lvl6pPr>
            <a:lvl7pPr>
              <a:defRPr sz="1969" b="1">
                <a:solidFill>
                  <a:srgbClr val="00B6D1"/>
                </a:solidFill>
                <a:latin typeface="Arial"/>
                <a:ea typeface="Arial"/>
                <a:cs typeface="Arial"/>
              </a:defRPr>
            </a:lvl7pPr>
            <a:lvl8pPr>
              <a:defRPr sz="1969" b="1">
                <a:solidFill>
                  <a:srgbClr val="00B6D1"/>
                </a:solidFill>
                <a:latin typeface="Arial"/>
                <a:ea typeface="Arial"/>
                <a:cs typeface="Arial"/>
              </a:defRPr>
            </a:lvl8pPr>
            <a:lvl9pPr>
              <a:defRPr sz="1969" b="1">
                <a:solidFill>
                  <a:srgbClr val="00B6D1"/>
                </a:solidFill>
                <a:latin typeface="Arial"/>
                <a:ea typeface="Arial"/>
                <a:cs typeface="Arial"/>
              </a:defRPr>
            </a:lvl9pPr>
          </a:lstStyle>
          <a:p xmlns:a="http://schemas.openxmlformats.org/drawingml/2006/main">
            <a:pPr>
              <a:defRPr sz="1969" b="1">
                <a:solidFill>
                  <a:srgbClr val="00B6D1"/>
                </a:solidFill>
                <a:latin typeface="Arial"/>
                <a:ea typeface="Arial"/>
                <a:cs typeface="Arial"/>
              </a:defRPr>
            </a:pPr>
            <a:r>
              <a:rPr sz="1969" b="1">
                <a:solidFill>
                  <a:srgbClr val="00B6D1"/>
                </a:solidFill>
                <a:latin typeface="Arial"/>
                <a:ea typeface="Arial"/>
                <a:cs typeface="Arial"/>
              </a:rPr>
              <a:t>http://127.0.0.1:8766</a:t>
            </a:r>
          </a:p>
        </p:txBody>
      </p:sp>
    </p:spTree>
    <p:extLst>
      <p:ext uri="{BB962C8B-B14F-4D97-AF65-F5344CB8AC3E}">
        <p14:creationId xmlns:p14="http://schemas.microsoft.com/office/powerpoint/2010/main" val="15084819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327921A4-25C4-3DB4-06B1-32693CEE2241}" type="slidenum">
              <a:t>14</a:t>
            </a:fld>
            <a:endParaRPr/>
          </a:p>
        </p:txBody>
      </p:sp>
      <p:sp>
        <p:nvSpPr>
          <p:cNvPr id="217" name="">
            <a:extLst xmlns:a="http://schemas.openxmlformats.org/drawingml/2006/main">
              <a:ext uri="{FF2B5EF4-FFF2-40B4-BE49-F238E27FC236}">
                <a16:creationId xmlns:a16="http://schemas.microsoft.com/office/drawing/2014/main" id="{6939F018-10F7-466C-BCD3-459FB6B66680}"/>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Conclusiones y límites del proyecto</a:t>
            </a:r>
          </a:p>
        </p:txBody>
      </p:sp>
      <p:sp>
        <p:nvSpPr>
          <p:cNvPr id="218" name="">
            <a:extLst xmlns:a="http://schemas.openxmlformats.org/drawingml/2006/main">
              <a:ext uri="{FF2B5EF4-FFF2-40B4-BE49-F238E27FC236}">
                <a16:creationId xmlns:a16="http://schemas.microsoft.com/office/drawing/2014/main" id="{97AD40A4-4A8D-4FA9-B9A4-52E7059ACB88}"/>
              </a:ext>
            </a:extLst>
          </p:cNvPr>
          <p:cNvSpPr>
            <a:spLocks xmlns:a="http://schemas.openxmlformats.org/drawingml/2006/main" noGrp="1"/>
          </p:cNvSpPr>
          <p:nvPr/>
        </p:nvSpPr>
        <p:spPr>
          <a:xfrm xmlns:a="http://schemas.openxmlformats.org/drawingml/2006/main">
            <a:off x="461963" y="1385888"/>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Resultado</a:t>
            </a:r>
          </a:p>
        </p:txBody>
      </p:sp>
      <p:sp>
        <p:nvSpPr>
          <p:cNvPr id="219" name="">
            <a:extLst xmlns:a="http://schemas.openxmlformats.org/drawingml/2006/main">
              <a:ext uri="{FF2B5EF4-FFF2-40B4-BE49-F238E27FC236}">
                <a16:creationId xmlns:a16="http://schemas.microsoft.com/office/drawing/2014/main" id="{93398625-18D1-449D-A5D5-E24899088F85}"/>
              </a:ext>
            </a:extLst>
          </p:cNvPr>
          <p:cNvSpPr>
            <a:spLocks xmlns:a="http://schemas.openxmlformats.org/drawingml/2006/main" noGrp="1"/>
          </p:cNvSpPr>
          <p:nvPr/>
        </p:nvSpPr>
        <p:spPr>
          <a:xfrm xmlns:a="http://schemas.openxmlformats.org/drawingml/2006/main">
            <a:off x="461963" y="1735931"/>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Las diez etapas tienen consumidores observables y una ejecución real de 10M.</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La aproximación se contrasta con métodos exactos y simples.</a:t>
            </a:r>
          </a:p>
        </p:txBody>
      </p:sp>
      <p:sp>
        <p:nvSpPr>
          <p:cNvPr id="220" name="">
            <a:extLst xmlns:a="http://schemas.openxmlformats.org/drawingml/2006/main">
              <a:ext uri="{FF2B5EF4-FFF2-40B4-BE49-F238E27FC236}">
                <a16:creationId xmlns:a16="http://schemas.microsoft.com/office/drawing/2014/main" id="{BC054491-4CA7-40A1-891B-BF923B00D9B5}"/>
              </a:ext>
            </a:extLst>
          </p:cNvPr>
          <p:cNvSpPr>
            <a:spLocks xmlns:a="http://schemas.openxmlformats.org/drawingml/2006/main" noGrp="1"/>
          </p:cNvSpPr>
          <p:nvPr/>
        </p:nvSpPr>
        <p:spPr>
          <a:xfrm xmlns:a="http://schemas.openxmlformats.org/drawingml/2006/main">
            <a:off x="461963" y="2671763"/>
            <a:ext cx="7858125" cy="3071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31" b="1">
                <a:solidFill>
                  <a:srgbClr val="00B6D1"/>
                </a:solidFill>
                <a:latin typeface="Arial"/>
                <a:ea typeface="Arial"/>
                <a:cs typeface="Arial"/>
              </a:defRPr>
            </a:defPPr>
            <a:lvl1pPr>
              <a:defRPr sz="1631" b="1">
                <a:solidFill>
                  <a:srgbClr val="00B6D1"/>
                </a:solidFill>
                <a:latin typeface="Arial"/>
                <a:ea typeface="Arial"/>
                <a:cs typeface="Arial"/>
              </a:defRPr>
            </a:lvl1pPr>
            <a:lvl2pPr>
              <a:defRPr sz="1631" b="1">
                <a:solidFill>
                  <a:srgbClr val="00B6D1"/>
                </a:solidFill>
                <a:latin typeface="Arial"/>
                <a:ea typeface="Arial"/>
                <a:cs typeface="Arial"/>
              </a:defRPr>
            </a:lvl2pPr>
            <a:lvl3pPr>
              <a:defRPr sz="1631" b="1">
                <a:solidFill>
                  <a:srgbClr val="00B6D1"/>
                </a:solidFill>
                <a:latin typeface="Arial"/>
                <a:ea typeface="Arial"/>
                <a:cs typeface="Arial"/>
              </a:defRPr>
            </a:lvl3pPr>
            <a:lvl4pPr>
              <a:defRPr sz="1631" b="1">
                <a:solidFill>
                  <a:srgbClr val="00B6D1"/>
                </a:solidFill>
                <a:latin typeface="Arial"/>
                <a:ea typeface="Arial"/>
                <a:cs typeface="Arial"/>
              </a:defRPr>
            </a:lvl4pPr>
            <a:lvl5pPr>
              <a:defRPr sz="1631" b="1">
                <a:solidFill>
                  <a:srgbClr val="00B6D1"/>
                </a:solidFill>
                <a:latin typeface="Arial"/>
                <a:ea typeface="Arial"/>
                <a:cs typeface="Arial"/>
              </a:defRPr>
            </a:lvl5pPr>
            <a:lvl6pPr>
              <a:defRPr sz="1631" b="1">
                <a:solidFill>
                  <a:srgbClr val="00B6D1"/>
                </a:solidFill>
                <a:latin typeface="Arial"/>
                <a:ea typeface="Arial"/>
                <a:cs typeface="Arial"/>
              </a:defRPr>
            </a:lvl6pPr>
            <a:lvl7pPr>
              <a:defRPr sz="1631" b="1">
                <a:solidFill>
                  <a:srgbClr val="00B6D1"/>
                </a:solidFill>
                <a:latin typeface="Arial"/>
                <a:ea typeface="Arial"/>
                <a:cs typeface="Arial"/>
              </a:defRPr>
            </a:lvl7pPr>
            <a:lvl8pPr>
              <a:defRPr sz="1631" b="1">
                <a:solidFill>
                  <a:srgbClr val="00B6D1"/>
                </a:solidFill>
                <a:latin typeface="Arial"/>
                <a:ea typeface="Arial"/>
                <a:cs typeface="Arial"/>
              </a:defRPr>
            </a:lvl8pPr>
            <a:lvl9pPr>
              <a:defRPr sz="1631" b="1">
                <a:solidFill>
                  <a:srgbClr val="00B6D1"/>
                </a:solidFill>
                <a:latin typeface="Arial"/>
                <a:ea typeface="Arial"/>
                <a:cs typeface="Arial"/>
              </a:defRPr>
            </a:lvl9pPr>
          </a:lstStyle>
          <a:p xmlns:a="http://schemas.openxmlformats.org/drawingml/2006/main">
            <a:pPr>
              <a:defRPr sz="1631" b="1">
                <a:solidFill>
                  <a:srgbClr val="00B6D1"/>
                </a:solidFill>
                <a:latin typeface="Arial"/>
                <a:ea typeface="Arial"/>
                <a:cs typeface="Arial"/>
              </a:defRPr>
            </a:pPr>
            <a:r>
              <a:rPr sz="1631" b="1">
                <a:solidFill>
                  <a:srgbClr val="00B6D1"/>
                </a:solidFill>
                <a:latin typeface="Arial"/>
                <a:ea typeface="Arial"/>
                <a:cs typeface="Arial"/>
              </a:rPr>
              <a:t>Límites</a:t>
            </a:r>
          </a:p>
        </p:txBody>
      </p:sp>
      <p:sp>
        <p:nvSpPr>
          <p:cNvPr id="221" name="">
            <a:extLst xmlns:a="http://schemas.openxmlformats.org/drawingml/2006/main">
              <a:ext uri="{FF2B5EF4-FFF2-40B4-BE49-F238E27FC236}">
                <a16:creationId xmlns:a16="http://schemas.microsoft.com/office/drawing/2014/main" id="{08169513-48C9-4297-AD72-D0BAA0990C06}"/>
              </a:ext>
            </a:extLst>
          </p:cNvPr>
          <p:cNvSpPr>
            <a:spLocks xmlns:a="http://schemas.openxmlformats.org/drawingml/2006/main" noGrp="1"/>
          </p:cNvSpPr>
          <p:nvPr/>
        </p:nvSpPr>
        <p:spPr>
          <a:xfrm xmlns:a="http://schemas.openxmlformats.org/drawingml/2006/main">
            <a:off x="461963" y="3021806"/>
            <a:ext cx="7858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0">
                <a:solidFill>
                  <a:srgbClr val="4E4B4C"/>
                </a:solidFill>
                <a:latin typeface="Arial"/>
                <a:ea typeface="Arial"/>
                <a:cs typeface="Arial"/>
              </a:defRPr>
            </a:defPPr>
            <a:lvl1pPr>
              <a:defRPr sz="1406" b="0">
                <a:solidFill>
                  <a:srgbClr val="4E4B4C"/>
                </a:solidFill>
                <a:latin typeface="Arial"/>
                <a:ea typeface="Arial"/>
                <a:cs typeface="Arial"/>
              </a:defRPr>
            </a:lvl1pPr>
            <a:lvl2pPr>
              <a:defRPr sz="1406" b="0">
                <a:solidFill>
                  <a:srgbClr val="4E4B4C"/>
                </a:solidFill>
                <a:latin typeface="Arial"/>
                <a:ea typeface="Arial"/>
                <a:cs typeface="Arial"/>
              </a:defRPr>
            </a:lvl2pPr>
            <a:lvl3pPr>
              <a:defRPr sz="1406" b="0">
                <a:solidFill>
                  <a:srgbClr val="4E4B4C"/>
                </a:solidFill>
                <a:latin typeface="Arial"/>
                <a:ea typeface="Arial"/>
                <a:cs typeface="Arial"/>
              </a:defRPr>
            </a:lvl3pPr>
            <a:lvl4pPr>
              <a:defRPr sz="1406" b="0">
                <a:solidFill>
                  <a:srgbClr val="4E4B4C"/>
                </a:solidFill>
                <a:latin typeface="Arial"/>
                <a:ea typeface="Arial"/>
                <a:cs typeface="Arial"/>
              </a:defRPr>
            </a:lvl4pPr>
            <a:lvl5pPr>
              <a:defRPr sz="1406" b="0">
                <a:solidFill>
                  <a:srgbClr val="4E4B4C"/>
                </a:solidFill>
                <a:latin typeface="Arial"/>
                <a:ea typeface="Arial"/>
                <a:cs typeface="Arial"/>
              </a:defRPr>
            </a:lvl5pPr>
            <a:lvl6pPr>
              <a:defRPr sz="1406" b="0">
                <a:solidFill>
                  <a:srgbClr val="4E4B4C"/>
                </a:solidFill>
                <a:latin typeface="Arial"/>
                <a:ea typeface="Arial"/>
                <a:cs typeface="Arial"/>
              </a:defRPr>
            </a:lvl6pPr>
            <a:lvl7pPr>
              <a:defRPr sz="1406" b="0">
                <a:solidFill>
                  <a:srgbClr val="4E4B4C"/>
                </a:solidFill>
                <a:latin typeface="Arial"/>
                <a:ea typeface="Arial"/>
                <a:cs typeface="Arial"/>
              </a:defRPr>
            </a:lvl7pPr>
            <a:lvl8pPr>
              <a:defRPr sz="1406" b="0">
                <a:solidFill>
                  <a:srgbClr val="4E4B4C"/>
                </a:solidFill>
                <a:latin typeface="Arial"/>
                <a:ea typeface="Arial"/>
                <a:cs typeface="Arial"/>
              </a:defRPr>
            </a:lvl8pPr>
            <a:lvl9pPr>
              <a:defRPr sz="1406" b="0">
                <a:solidFill>
                  <a:srgbClr val="4E4B4C"/>
                </a:solidFill>
                <a:latin typeface="Arial"/>
                <a:ea typeface="Arial"/>
                <a:cs typeface="Arial"/>
              </a:defRPr>
            </a:lvl9pPr>
          </a:lstStyle>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Órdenes inferidas, score heurístico, prioridades por microlote</a:t>
            </a:r>
          </a:p>
          <a:p xmlns:a="http://schemas.openxmlformats.org/drawingml/2006/main">
            <a:pPr>
              <a:defRPr sz="1406" b="0">
                <a:solidFill>
                  <a:srgbClr val="4E4B4C"/>
                </a:solidFill>
                <a:latin typeface="Arial"/>
                <a:ea typeface="Arial"/>
                <a:cs typeface="Arial"/>
              </a:defRPr>
            </a:pPr>
            <a:r>
              <a:rPr sz="1406" b="0">
                <a:solidFill>
                  <a:srgbClr val="4E4B4C"/>
                </a:solidFill>
                <a:latin typeface="Arial"/>
                <a:ea typeface="Arial"/>
                <a:cs typeface="Arial"/>
              </a:rPr>
              <a:t>y reconstrucción por instantáneas. Sin verdad de fraude o relevancia comercial.</a:t>
            </a:r>
          </a:p>
        </p:txBody>
      </p:sp>
      <p:sp>
        <p:nvSpPr>
          <p:cNvPr id="222" name="">
            <a:extLst xmlns:a="http://schemas.openxmlformats.org/drawingml/2006/main">
              <a:ext uri="{FF2B5EF4-FFF2-40B4-BE49-F238E27FC236}">
                <a16:creationId xmlns:a16="http://schemas.microsoft.com/office/drawing/2014/main" id="{13CC49CD-DC91-4133-8E58-216699DF2135}"/>
              </a:ext>
            </a:extLst>
          </p:cNvPr>
          <p:cNvSpPr>
            <a:spLocks xmlns:a="http://schemas.openxmlformats.org/drawingml/2006/main" noGrp="1"/>
          </p:cNvSpPr>
          <p:nvPr/>
        </p:nvSpPr>
        <p:spPr>
          <a:xfrm xmlns:a="http://schemas.openxmlformats.org/drawingml/2006/main">
            <a:off x="476250" y="4171950"/>
            <a:ext cx="7929563"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1">
                <a:solidFill>
                  <a:srgbClr val="00B6D1"/>
                </a:solidFill>
                <a:latin typeface="Arial"/>
                <a:ea typeface="Arial"/>
                <a:cs typeface="Arial"/>
              </a:defRPr>
            </a:defPPr>
            <a:lvl1pPr>
              <a:defRPr sz="1406" b="1">
                <a:solidFill>
                  <a:srgbClr val="00B6D1"/>
                </a:solidFill>
                <a:latin typeface="Arial"/>
                <a:ea typeface="Arial"/>
                <a:cs typeface="Arial"/>
              </a:defRPr>
            </a:lvl1pPr>
            <a:lvl2pPr>
              <a:defRPr sz="1406" b="1">
                <a:solidFill>
                  <a:srgbClr val="00B6D1"/>
                </a:solidFill>
                <a:latin typeface="Arial"/>
                <a:ea typeface="Arial"/>
                <a:cs typeface="Arial"/>
              </a:defRPr>
            </a:lvl2pPr>
            <a:lvl3pPr>
              <a:defRPr sz="1406" b="1">
                <a:solidFill>
                  <a:srgbClr val="00B6D1"/>
                </a:solidFill>
                <a:latin typeface="Arial"/>
                <a:ea typeface="Arial"/>
                <a:cs typeface="Arial"/>
              </a:defRPr>
            </a:lvl3pPr>
            <a:lvl4pPr>
              <a:defRPr sz="1406" b="1">
                <a:solidFill>
                  <a:srgbClr val="00B6D1"/>
                </a:solidFill>
                <a:latin typeface="Arial"/>
                <a:ea typeface="Arial"/>
                <a:cs typeface="Arial"/>
              </a:defRPr>
            </a:lvl4pPr>
            <a:lvl5pPr>
              <a:defRPr sz="1406" b="1">
                <a:solidFill>
                  <a:srgbClr val="00B6D1"/>
                </a:solidFill>
                <a:latin typeface="Arial"/>
                <a:ea typeface="Arial"/>
                <a:cs typeface="Arial"/>
              </a:defRPr>
            </a:lvl5pPr>
            <a:lvl6pPr>
              <a:defRPr sz="1406" b="1">
                <a:solidFill>
                  <a:srgbClr val="00B6D1"/>
                </a:solidFill>
                <a:latin typeface="Arial"/>
                <a:ea typeface="Arial"/>
                <a:cs typeface="Arial"/>
              </a:defRPr>
            </a:lvl6pPr>
            <a:lvl7pPr>
              <a:defRPr sz="1406" b="1">
                <a:solidFill>
                  <a:srgbClr val="00B6D1"/>
                </a:solidFill>
                <a:latin typeface="Arial"/>
                <a:ea typeface="Arial"/>
                <a:cs typeface="Arial"/>
              </a:defRPr>
            </a:lvl7pPr>
            <a:lvl8pPr>
              <a:defRPr sz="1406" b="1">
                <a:solidFill>
                  <a:srgbClr val="00B6D1"/>
                </a:solidFill>
                <a:latin typeface="Arial"/>
                <a:ea typeface="Arial"/>
                <a:cs typeface="Arial"/>
              </a:defRPr>
            </a:lvl8pPr>
            <a:lvl9pPr>
              <a:defRPr sz="1406" b="1">
                <a:solidFill>
                  <a:srgbClr val="00B6D1"/>
                </a:solidFill>
                <a:latin typeface="Arial"/>
                <a:ea typeface="Arial"/>
                <a:cs typeface="Arial"/>
              </a:defRPr>
            </a:lvl9pPr>
          </a:lstStyle>
          <a:p xmlns:a="http://schemas.openxmlformats.org/drawingml/2006/main">
            <a:pPr>
              <a:defRPr sz="1406" b="1">
                <a:solidFill>
                  <a:srgbClr val="00B6D1"/>
                </a:solidFill>
                <a:latin typeface="Arial"/>
                <a:ea typeface="Arial"/>
                <a:cs typeface="Arial"/>
              </a:defRPr>
            </a:pPr>
            <a:r>
              <a:rPr sz="1406" b="1">
                <a:solidFill>
                  <a:srgbClr val="00B6D1"/>
                </a:solidFill>
                <a:latin typeface="Arial"/>
                <a:ea typeface="Arial"/>
                <a:cs typeface="Arial"/>
              </a:rPr>
              <a:t>Grupo 5: sustentación compartida de las diez etapas</a:t>
            </a:r>
          </a:p>
        </p:txBody>
      </p:sp>
    </p:spTree>
    <p:extLst>
      <p:ext uri="{BB962C8B-B14F-4D97-AF65-F5344CB8AC3E}">
        <p14:creationId xmlns:p14="http://schemas.microsoft.com/office/powerpoint/2010/main" val="15084819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7188E15-34A8-4C98-8959-EE950101A45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EA83FA91-883A-0168-8075-96CEB9DCA3C2}" type="slidenum">
              <a:t>15</a:t>
            </a:fld>
            <a:endParaRPr/>
          </a:p>
        </p:txBody>
      </p:sp>
      <p:sp>
        <p:nvSpPr>
          <p:cNvPr id="217" name="">
            <a:extLst xmlns:a="http://schemas.openxmlformats.org/drawingml/2006/main">
              <a:ext uri="{FF2B5EF4-FFF2-40B4-BE49-F238E27FC236}">
                <a16:creationId xmlns:a16="http://schemas.microsoft.com/office/drawing/2014/main" id="{412F019B-24E8-4F77-A021-464822966FBC}"/>
              </a:ext>
            </a:extLst>
          </p:cNvPr>
          <p:cNvSpPr>
            <a:spLocks xmlns:a="http://schemas.openxmlformats.org/drawingml/2006/main" noGrp="1"/>
          </p:cNvSpPr>
          <p:nvPr/>
        </p:nvSpPr>
        <p:spPr>
          <a:xfrm xmlns:a="http://schemas.openxmlformats.org/drawingml/2006/main">
            <a:off x="367951" y="885825"/>
            <a:ext cx="841248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00" b="1">
                <a:solidFill>
                  <a:srgbClr val="595959"/>
                </a:solidFill>
                <a:latin typeface="Arial"/>
                <a:ea typeface="Arial"/>
                <a:cs typeface="Arial"/>
              </a:defRPr>
            </a:defPPr>
            <a:lvl1pPr>
              <a:defRPr sz="2000" b="1">
                <a:solidFill>
                  <a:srgbClr val="595959"/>
                </a:solidFill>
                <a:latin typeface="Arial"/>
                <a:ea typeface="Arial"/>
                <a:cs typeface="Arial"/>
              </a:defRPr>
            </a:lvl1pPr>
            <a:lvl2pPr>
              <a:defRPr sz="2000" b="1">
                <a:solidFill>
                  <a:srgbClr val="595959"/>
                </a:solidFill>
                <a:latin typeface="Arial"/>
                <a:ea typeface="Arial"/>
                <a:cs typeface="Arial"/>
              </a:defRPr>
            </a:lvl2pPr>
            <a:lvl3pPr>
              <a:defRPr sz="2000" b="1">
                <a:solidFill>
                  <a:srgbClr val="595959"/>
                </a:solidFill>
                <a:latin typeface="Arial"/>
                <a:ea typeface="Arial"/>
                <a:cs typeface="Arial"/>
              </a:defRPr>
            </a:lvl3pPr>
            <a:lvl4pPr>
              <a:defRPr sz="2000" b="1">
                <a:solidFill>
                  <a:srgbClr val="595959"/>
                </a:solidFill>
                <a:latin typeface="Arial"/>
                <a:ea typeface="Arial"/>
                <a:cs typeface="Arial"/>
              </a:defRPr>
            </a:lvl4pPr>
            <a:lvl5pPr>
              <a:defRPr sz="2000" b="1">
                <a:solidFill>
                  <a:srgbClr val="595959"/>
                </a:solidFill>
                <a:latin typeface="Arial"/>
                <a:ea typeface="Arial"/>
                <a:cs typeface="Arial"/>
              </a:defRPr>
            </a:lvl5pPr>
            <a:lvl6pPr>
              <a:defRPr sz="2000" b="1">
                <a:solidFill>
                  <a:srgbClr val="595959"/>
                </a:solidFill>
                <a:latin typeface="Arial"/>
                <a:ea typeface="Arial"/>
                <a:cs typeface="Arial"/>
              </a:defRPr>
            </a:lvl6pPr>
            <a:lvl7pPr>
              <a:defRPr sz="2000" b="1">
                <a:solidFill>
                  <a:srgbClr val="595959"/>
                </a:solidFill>
                <a:latin typeface="Arial"/>
                <a:ea typeface="Arial"/>
                <a:cs typeface="Arial"/>
              </a:defRPr>
            </a:lvl7pPr>
            <a:lvl8pPr>
              <a:defRPr sz="2000" b="1">
                <a:solidFill>
                  <a:srgbClr val="595959"/>
                </a:solidFill>
                <a:latin typeface="Arial"/>
                <a:ea typeface="Arial"/>
                <a:cs typeface="Arial"/>
              </a:defRPr>
            </a:lvl8pPr>
            <a:lvl9pPr>
              <a:defRPr sz="2000" b="1">
                <a:solidFill>
                  <a:srgbClr val="595959"/>
                </a:solidFill>
                <a:latin typeface="Arial"/>
                <a:ea typeface="Arial"/>
                <a:cs typeface="Arial"/>
              </a:defRPr>
            </a:lvl9pPr>
          </a:lstStyle>
          <a:p xmlns:a="http://schemas.openxmlformats.org/drawingml/2006/main">
            <a:pPr>
              <a:defRPr sz="2000" b="1">
                <a:solidFill>
                  <a:srgbClr val="595959"/>
                </a:solidFill>
                <a:latin typeface="Arial"/>
                <a:ea typeface="Arial"/>
                <a:cs typeface="Arial"/>
              </a:defRPr>
            </a:pPr>
            <a:r>
              <a:rPr sz="2000" b="1">
                <a:solidFill>
                  <a:srgbClr val="595959"/>
                </a:solidFill>
                <a:latin typeface="Arial"/>
                <a:ea typeface="Arial"/>
                <a:cs typeface="Arial"/>
              </a:rPr>
              <a:t>Referencias para la sustentación</a:t>
            </a:r>
          </a:p>
        </p:txBody>
      </p:sp>
      <p:sp>
        <p:nvSpPr>
          <p:cNvPr id="218" name="">
            <a:extLst xmlns:a="http://schemas.openxmlformats.org/drawingml/2006/main">
              <a:ext uri="{FF2B5EF4-FFF2-40B4-BE49-F238E27FC236}">
                <a16:creationId xmlns:a16="http://schemas.microsoft.com/office/drawing/2014/main" id="{65517875-1F1A-4D93-963C-36592E389FC6}"/>
              </a:ext>
            </a:extLst>
          </p:cNvPr>
          <p:cNvSpPr>
            <a:spLocks xmlns:a="http://schemas.openxmlformats.org/drawingml/2006/main" noGrp="1"/>
          </p:cNvSpPr>
          <p:nvPr/>
        </p:nvSpPr>
        <p:spPr>
          <a:xfrm xmlns:a="http://schemas.openxmlformats.org/drawingml/2006/main">
            <a:off x="476250" y="1457325"/>
            <a:ext cx="8001000" cy="2500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E4B4C"/>
                </a:solidFill>
                <a:latin typeface="Arial"/>
                <a:ea typeface="Arial"/>
                <a:cs typeface="Arial"/>
              </a:defRPr>
            </a:defPPr>
            <a:lvl1pPr>
              <a:defRPr sz="1575" b="0">
                <a:solidFill>
                  <a:srgbClr val="4E4B4C"/>
                </a:solidFill>
                <a:latin typeface="Arial"/>
                <a:ea typeface="Arial"/>
                <a:cs typeface="Arial"/>
              </a:defRPr>
            </a:lvl1pPr>
            <a:lvl2pPr>
              <a:defRPr sz="1575" b="0">
                <a:solidFill>
                  <a:srgbClr val="4E4B4C"/>
                </a:solidFill>
                <a:latin typeface="Arial"/>
                <a:ea typeface="Arial"/>
                <a:cs typeface="Arial"/>
              </a:defRPr>
            </a:lvl2pPr>
            <a:lvl3pPr>
              <a:defRPr sz="1575" b="0">
                <a:solidFill>
                  <a:srgbClr val="4E4B4C"/>
                </a:solidFill>
                <a:latin typeface="Arial"/>
                <a:ea typeface="Arial"/>
                <a:cs typeface="Arial"/>
              </a:defRPr>
            </a:lvl3pPr>
            <a:lvl4pPr>
              <a:defRPr sz="1575" b="0">
                <a:solidFill>
                  <a:srgbClr val="4E4B4C"/>
                </a:solidFill>
                <a:latin typeface="Arial"/>
                <a:ea typeface="Arial"/>
                <a:cs typeface="Arial"/>
              </a:defRPr>
            </a:lvl4pPr>
            <a:lvl5pPr>
              <a:defRPr sz="1575" b="0">
                <a:solidFill>
                  <a:srgbClr val="4E4B4C"/>
                </a:solidFill>
                <a:latin typeface="Arial"/>
                <a:ea typeface="Arial"/>
                <a:cs typeface="Arial"/>
              </a:defRPr>
            </a:lvl5pPr>
            <a:lvl6pPr>
              <a:defRPr sz="1575" b="0">
                <a:solidFill>
                  <a:srgbClr val="4E4B4C"/>
                </a:solidFill>
                <a:latin typeface="Arial"/>
                <a:ea typeface="Arial"/>
                <a:cs typeface="Arial"/>
              </a:defRPr>
            </a:lvl6pPr>
            <a:lvl7pPr>
              <a:defRPr sz="1575" b="0">
                <a:solidFill>
                  <a:srgbClr val="4E4B4C"/>
                </a:solidFill>
                <a:latin typeface="Arial"/>
                <a:ea typeface="Arial"/>
                <a:cs typeface="Arial"/>
              </a:defRPr>
            </a:lvl7pPr>
            <a:lvl8pPr>
              <a:defRPr sz="1575" b="0">
                <a:solidFill>
                  <a:srgbClr val="4E4B4C"/>
                </a:solidFill>
                <a:latin typeface="Arial"/>
                <a:ea typeface="Arial"/>
                <a:cs typeface="Arial"/>
              </a:defRPr>
            </a:lvl8pPr>
            <a:lvl9pPr>
              <a:defRPr sz="1575" b="0">
                <a:solidFill>
                  <a:srgbClr val="4E4B4C"/>
                </a:solidFill>
                <a:latin typeface="Arial"/>
                <a:ea typeface="Arial"/>
                <a:cs typeface="Arial"/>
              </a:defRPr>
            </a:lvl9pPr>
          </a:lstStyle>
          <a:p xmlns:a="http://schemas.openxmlformats.org/drawingml/2006/main">
            <a:pPr>
              <a:defRPr sz="1575" b="0">
                <a:solidFill>
                  <a:srgbClr val="4E4B4C"/>
                </a:solidFill>
                <a:latin typeface="Arial"/>
                <a:ea typeface="Arial"/>
                <a:cs typeface="Arial"/>
              </a:defRPr>
            </a:pPr>
            <a:r>
              <a:rPr sz="1575" b="0">
                <a:solidFill>
                  <a:srgbClr val="4E4B4C"/>
                </a:solidFill>
                <a:latin typeface="Arial"/>
                <a:ea typeface="Arial"/>
                <a:cs typeface="Arial"/>
              </a:rPr>
              <a:t>Bloom (1970) y Cormode &amp; Muthukrishnan (2005)</a:t>
            </a:r>
          </a:p>
          <a:p xmlns:a="http://schemas.openxmlformats.org/drawingml/2006/main">
            <a:pPr>
              <a:defRPr sz="1575" b="0">
                <a:solidFill>
                  <a:srgbClr val="4E4B4C"/>
                </a:solidFill>
                <a:latin typeface="Arial"/>
                <a:ea typeface="Arial"/>
                <a:cs typeface="Arial"/>
              </a:defRPr>
            </a:pPr>
            <a:r>
              <a:rPr sz="1575" b="0">
                <a:solidFill>
                  <a:srgbClr val="4E4B4C"/>
                </a:solidFill>
                <a:latin typeface="Arial"/>
                <a:ea typeface="Arial"/>
                <a:cs typeface="Arial"/>
              </a:rPr>
              <a:t>Broder (1997) e Indyk &amp; Motwani (1998)</a:t>
            </a:r>
          </a:p>
          <a:p xmlns:a="http://schemas.openxmlformats.org/drawingml/2006/main">
            <a:pPr>
              <a:defRPr sz="1575" b="0">
                <a:solidFill>
                  <a:srgbClr val="4E4B4C"/>
                </a:solidFill>
                <a:latin typeface="Arial"/>
                <a:ea typeface="Arial"/>
                <a:cs typeface="Arial"/>
              </a:defRPr>
            </a:pPr>
            <a:r>
              <a:rPr sz="1575" b="0">
                <a:solidFill>
                  <a:srgbClr val="4E4B4C"/>
                </a:solidFill>
                <a:latin typeface="Arial"/>
                <a:ea typeface="Arial"/>
                <a:cs typeface="Arial"/>
              </a:rPr>
              <a:t>Brin &amp; Page (1998)</a:t>
            </a:r>
          </a:p>
          <a:p xmlns:a="http://schemas.openxmlformats.org/drawingml/2006/main">
            <a:pPr>
              <a:defRPr sz="1575" b="0">
                <a:solidFill>
                  <a:srgbClr val="4E4B4C"/>
                </a:solidFill>
                <a:latin typeface="Arial"/>
                <a:ea typeface="Arial"/>
                <a:cs typeface="Arial"/>
              </a:defRPr>
            </a:pPr>
            <a:r>
              <a:rPr sz="1575" b="0">
                <a:solidFill>
                  <a:srgbClr val="4E4B4C"/>
                </a:solidFill>
                <a:latin typeface="Arial"/>
                <a:ea typeface="Arial"/>
                <a:cs typeface="Arial"/>
              </a:rPr>
              <a:t>Blondel et al. (2008) y Raghavan et al. (2007)</a:t>
            </a:r>
          </a:p>
          <a:p xmlns:a="http://schemas.openxmlformats.org/drawingml/2006/main">
            <a:pPr>
              <a:defRPr sz="1575" b="0">
                <a:solidFill>
                  <a:srgbClr val="4E4B4C"/>
                </a:solidFill>
                <a:latin typeface="Arial"/>
                <a:ea typeface="Arial"/>
                <a:cs typeface="Arial"/>
              </a:defRPr>
            </a:pPr>
            <a:r>
              <a:rPr sz="1575" b="0">
                <a:solidFill>
                  <a:srgbClr val="4E4B4C"/>
                </a:solidFill>
                <a:latin typeface="Arial"/>
                <a:ea typeface="Arial"/>
                <a:cs typeface="Arial"/>
              </a:rPr>
              <a:t>Sivic &amp; Zisserman (2003)</a:t>
            </a:r>
          </a:p>
          <a:p xmlns:a="http://schemas.openxmlformats.org/drawingml/2006/main">
            <a:pPr>
              <a:defRPr sz="1575" b="0">
                <a:solidFill>
                  <a:srgbClr val="4E4B4C"/>
                </a:solidFill>
                <a:latin typeface="Arial"/>
                <a:ea typeface="Arial"/>
                <a:cs typeface="Arial"/>
              </a:defRPr>
            </a:pPr>
            <a:r>
              <a:rPr sz="1575" b="0">
                <a:solidFill>
                  <a:srgbClr val="4E4B4C"/>
                </a:solidFill>
                <a:latin typeface="Arial"/>
                <a:ea typeface="Arial"/>
                <a:cs typeface="Arial"/>
              </a:rPr>
              <a:t>NetworkX 3.7, scikit-learn 1.9.1 y documentación Faiss</a:t>
            </a:r>
          </a:p>
        </p:txBody>
      </p:sp>
      <p:sp>
        <p:nvSpPr>
          <p:cNvPr id="219" name="">
            <a:extLst xmlns:a="http://schemas.openxmlformats.org/drawingml/2006/main">
              <a:ext uri="{FF2B5EF4-FFF2-40B4-BE49-F238E27FC236}">
                <a16:creationId xmlns:a16="http://schemas.microsoft.com/office/drawing/2014/main" id="{C8AE3419-DE7B-4237-81D5-D7C51CE4B9A2}"/>
              </a:ext>
            </a:extLst>
          </p:cNvPr>
          <p:cNvSpPr>
            <a:spLocks xmlns:a="http://schemas.openxmlformats.org/drawingml/2006/main" noGrp="1"/>
          </p:cNvSpPr>
          <p:nvPr/>
        </p:nvSpPr>
        <p:spPr>
          <a:xfrm xmlns:a="http://schemas.openxmlformats.org/drawingml/2006/main">
            <a:off x="476250" y="4171950"/>
            <a:ext cx="7929563"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6" b="1">
                <a:solidFill>
                  <a:srgbClr val="00B6D1"/>
                </a:solidFill>
                <a:latin typeface="Arial"/>
                <a:ea typeface="Arial"/>
                <a:cs typeface="Arial"/>
              </a:defRPr>
            </a:defPPr>
            <a:lvl1pPr>
              <a:defRPr sz="1406" b="1">
                <a:solidFill>
                  <a:srgbClr val="00B6D1"/>
                </a:solidFill>
                <a:latin typeface="Arial"/>
                <a:ea typeface="Arial"/>
                <a:cs typeface="Arial"/>
              </a:defRPr>
            </a:lvl1pPr>
            <a:lvl2pPr>
              <a:defRPr sz="1406" b="1">
                <a:solidFill>
                  <a:srgbClr val="00B6D1"/>
                </a:solidFill>
                <a:latin typeface="Arial"/>
                <a:ea typeface="Arial"/>
                <a:cs typeface="Arial"/>
              </a:defRPr>
            </a:lvl2pPr>
            <a:lvl3pPr>
              <a:defRPr sz="1406" b="1">
                <a:solidFill>
                  <a:srgbClr val="00B6D1"/>
                </a:solidFill>
                <a:latin typeface="Arial"/>
                <a:ea typeface="Arial"/>
                <a:cs typeface="Arial"/>
              </a:defRPr>
            </a:lvl3pPr>
            <a:lvl4pPr>
              <a:defRPr sz="1406" b="1">
                <a:solidFill>
                  <a:srgbClr val="00B6D1"/>
                </a:solidFill>
                <a:latin typeface="Arial"/>
                <a:ea typeface="Arial"/>
                <a:cs typeface="Arial"/>
              </a:defRPr>
            </a:lvl4pPr>
            <a:lvl5pPr>
              <a:defRPr sz="1406" b="1">
                <a:solidFill>
                  <a:srgbClr val="00B6D1"/>
                </a:solidFill>
                <a:latin typeface="Arial"/>
                <a:ea typeface="Arial"/>
                <a:cs typeface="Arial"/>
              </a:defRPr>
            </a:lvl5pPr>
            <a:lvl6pPr>
              <a:defRPr sz="1406" b="1">
                <a:solidFill>
                  <a:srgbClr val="00B6D1"/>
                </a:solidFill>
                <a:latin typeface="Arial"/>
                <a:ea typeface="Arial"/>
                <a:cs typeface="Arial"/>
              </a:defRPr>
            </a:lvl6pPr>
            <a:lvl7pPr>
              <a:defRPr sz="1406" b="1">
                <a:solidFill>
                  <a:srgbClr val="00B6D1"/>
                </a:solidFill>
                <a:latin typeface="Arial"/>
                <a:ea typeface="Arial"/>
                <a:cs typeface="Arial"/>
              </a:defRPr>
            </a:lvl7pPr>
            <a:lvl8pPr>
              <a:defRPr sz="1406" b="1">
                <a:solidFill>
                  <a:srgbClr val="00B6D1"/>
                </a:solidFill>
                <a:latin typeface="Arial"/>
                <a:ea typeface="Arial"/>
                <a:cs typeface="Arial"/>
              </a:defRPr>
            </a:lvl8pPr>
            <a:lvl9pPr>
              <a:defRPr sz="1406" b="1">
                <a:solidFill>
                  <a:srgbClr val="00B6D1"/>
                </a:solidFill>
                <a:latin typeface="Arial"/>
                <a:ea typeface="Arial"/>
                <a:cs typeface="Arial"/>
              </a:defRPr>
            </a:lvl9pPr>
          </a:lstStyle>
          <a:p xmlns:a="http://schemas.openxmlformats.org/drawingml/2006/main">
            <a:pPr>
              <a:defRPr sz="1406" b="1">
                <a:solidFill>
                  <a:srgbClr val="00B6D1"/>
                </a:solidFill>
                <a:latin typeface="Arial"/>
                <a:ea typeface="Arial"/>
                <a:cs typeface="Arial"/>
              </a:defRPr>
            </a:pPr>
            <a:r>
              <a:rPr sz="1406" b="1">
                <a:solidFill>
                  <a:srgbClr val="00B6D1"/>
                </a:solidFill>
                <a:latin typeface="Arial"/>
                <a:ea typeface="Arial"/>
                <a:cs typeface="Arial"/>
              </a:rPr>
              <a:t>Informe, código, protocolos y resultados crudos en el repositorio del proyecto</a:t>
            </a:r>
          </a:p>
        </p:txBody>
      </p:sp>
    </p:spTree>
    <p:extLst>
      <p:ext uri="{BB962C8B-B14F-4D97-AF65-F5344CB8AC3E}">
        <p14:creationId xmlns:p14="http://schemas.microsoft.com/office/powerpoint/2010/main" val="1508481945"/>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2026-10-31T03:25:34.1770000Z</dcterms:created>
  <dcterms:modified xsi:type="dcterms:W3CDTF">2026-10-31T03:25:34.1770000Z</dcterms:modified>
</coreProperties>
</file>